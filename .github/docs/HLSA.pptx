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91106" r:id="rId5"/>
  </p:sldMasterIdLst>
  <p:notesMasterIdLst>
    <p:notesMasterId r:id="rId52"/>
  </p:notesMasterIdLst>
  <p:handoutMasterIdLst>
    <p:handoutMasterId r:id="rId53"/>
  </p:handoutMasterIdLst>
  <p:sldIdLst>
    <p:sldId id="2134804599" r:id="rId6"/>
    <p:sldId id="2134804605" r:id="rId7"/>
    <p:sldId id="2147483185" r:id="rId8"/>
    <p:sldId id="2147483138" r:id="rId9"/>
    <p:sldId id="2147483165" r:id="rId10"/>
    <p:sldId id="2147483326" r:id="rId11"/>
    <p:sldId id="2147483184" r:id="rId12"/>
    <p:sldId id="2147483136" r:id="rId13"/>
    <p:sldId id="2147483325" r:id="rId14"/>
    <p:sldId id="2147483309" r:id="rId15"/>
    <p:sldId id="2147483243" r:id="rId16"/>
    <p:sldId id="2147483327" r:id="rId17"/>
    <p:sldId id="2147483183" r:id="rId18"/>
    <p:sldId id="2147483306" r:id="rId19"/>
    <p:sldId id="2147483202" r:id="rId20"/>
    <p:sldId id="2147482622" r:id="rId21"/>
    <p:sldId id="2147483330" r:id="rId22"/>
    <p:sldId id="2147483207" r:id="rId23"/>
    <p:sldId id="2147483340" r:id="rId24"/>
    <p:sldId id="2147483341" r:id="rId25"/>
    <p:sldId id="2147483335" r:id="rId26"/>
    <p:sldId id="2134804631" r:id="rId27"/>
    <p:sldId id="2147483339" r:id="rId28"/>
    <p:sldId id="2147483338" r:id="rId29"/>
    <p:sldId id="2147483229" r:id="rId30"/>
    <p:sldId id="2147483323" r:id="rId31"/>
    <p:sldId id="2147483230" r:id="rId32"/>
    <p:sldId id="2147483224" r:id="rId33"/>
    <p:sldId id="2147483225" r:id="rId34"/>
    <p:sldId id="2147483226" r:id="rId35"/>
    <p:sldId id="2147483285" r:id="rId36"/>
    <p:sldId id="2147483238" r:id="rId37"/>
    <p:sldId id="2147483095" r:id="rId38"/>
    <p:sldId id="2147483235" r:id="rId39"/>
    <p:sldId id="2147483237" r:id="rId40"/>
    <p:sldId id="2147483344" r:id="rId41"/>
    <p:sldId id="2147483342" r:id="rId42"/>
    <p:sldId id="2147483332" r:id="rId43"/>
    <p:sldId id="2147483333" r:id="rId44"/>
    <p:sldId id="2147483337" r:id="rId45"/>
    <p:sldId id="2147483329" r:id="rId46"/>
    <p:sldId id="2147483354" r:id="rId47"/>
    <p:sldId id="2147483353" r:id="rId48"/>
    <p:sldId id="2147483216" r:id="rId49"/>
    <p:sldId id="2147483234" r:id="rId50"/>
    <p:sldId id="2147483290" r:id="rId51"/>
  </p:sldIdLst>
  <p:sldSz cx="12192000" cy="6858000"/>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521415D9-36F7-43E2-AB2F-B90AF26B5E84}">
      <p14:sectionLst xmlns:p14="http://schemas.microsoft.com/office/powerpoint/2010/main">
        <p14:section name="Title" id="{CDB74374-B276-413C-AE17-7F3E5DAD968E}">
          <p14:sldIdLst>
            <p14:sldId id="2134804599"/>
            <p14:sldId id="2134804605"/>
          </p14:sldIdLst>
        </p14:section>
        <p14:section name="Introduction" id="{D08DAE6F-2C9C-41F3-9AAE-B1F29B9F6677}">
          <p14:sldIdLst>
            <p14:sldId id="2147483185"/>
            <p14:sldId id="2147483138"/>
            <p14:sldId id="2147483165"/>
            <p14:sldId id="2147483326"/>
          </p14:sldIdLst>
        </p14:section>
        <p14:section name="Architectural (As-Is)" id="{852D9B29-CCDB-4DEB-8967-9BD98BD8799D}">
          <p14:sldIdLst>
            <p14:sldId id="2147483184"/>
            <p14:sldId id="2147483136"/>
            <p14:sldId id="2147483325"/>
            <p14:sldId id="2147483309"/>
            <p14:sldId id="2147483243"/>
            <p14:sldId id="2147483327"/>
          </p14:sldIdLst>
        </p14:section>
        <p14:section name="Data Journey (As-Is)" id="{DA2B292A-95E9-400D-819D-BC9E67130CA5}">
          <p14:sldIdLst>
            <p14:sldId id="2147483183"/>
            <p14:sldId id="2147483306"/>
          </p14:sldIdLst>
        </p14:section>
        <p14:section name="Architectural (To-Be)" id="{B5741FD1-131B-4D35-9750-1B77250A0A03}">
          <p14:sldIdLst>
            <p14:sldId id="2147483202"/>
            <p14:sldId id="2147482622"/>
            <p14:sldId id="2147483330"/>
            <p14:sldId id="2147483207"/>
            <p14:sldId id="2147483340"/>
            <p14:sldId id="2147483341"/>
            <p14:sldId id="2147483335"/>
            <p14:sldId id="2134804631"/>
            <p14:sldId id="2147483339"/>
            <p14:sldId id="2147483338"/>
          </p14:sldIdLst>
        </p14:section>
        <p14:section name="Business Architecture (To-Be)" id="{314FC5CE-9A0E-435A-909C-3B6CC3A18DCC}">
          <p14:sldIdLst>
            <p14:sldId id="2147483229"/>
            <p14:sldId id="2147483323"/>
          </p14:sldIdLst>
        </p14:section>
        <p14:section name="Principles Alignment" id="{2B84F793-6CCF-4235-884C-C9D8AF49964E}">
          <p14:sldIdLst>
            <p14:sldId id="2147483230"/>
            <p14:sldId id="2147483224"/>
            <p14:sldId id="2147483225"/>
            <p14:sldId id="2147483226"/>
          </p14:sldIdLst>
        </p14:section>
        <p14:section name="Appendices" id="{5D1158E9-6B3E-4478-9C60-CCC40F7CAF07}">
          <p14:sldIdLst>
            <p14:sldId id="2147483285"/>
          </p14:sldIdLst>
        </p14:section>
        <p14:section name="A1. RAID" id="{C10FC0D9-D85A-45FF-8826-871F95727214}">
          <p14:sldIdLst>
            <p14:sldId id="2147483238"/>
            <p14:sldId id="2147483095"/>
            <p14:sldId id="2147483235"/>
            <p14:sldId id="2147483237"/>
          </p14:sldIdLst>
        </p14:section>
        <p14:section name="A2. NFR" id="{2FBED3A3-39CF-46E4-ABED-8AEF4923B251}">
          <p14:sldIdLst>
            <p14:sldId id="2147483344"/>
            <p14:sldId id="2147483342"/>
          </p14:sldIdLst>
        </p14:section>
        <p14:section name="A3. Costing" id="{7F34FA61-4A36-4C6A-8675-743A9A0CD0C9}">
          <p14:sldIdLst>
            <p14:sldId id="2147483332"/>
            <p14:sldId id="2147483333"/>
          </p14:sldIdLst>
        </p14:section>
        <p14:section name="A4. Policies" id="{3C839EE0-E4CD-42DF-8AF4-1605052B2F5C}">
          <p14:sldIdLst>
            <p14:sldId id="2147483337"/>
            <p14:sldId id="2147483329"/>
          </p14:sldIdLst>
        </p14:section>
        <p14:section name="A5-Compliance" id="{77BD97D4-C09A-4FE1-84B0-42F5F8A8D369}">
          <p14:sldIdLst>
            <p14:sldId id="2147483354"/>
            <p14:sldId id="2147483353"/>
          </p14:sldIdLst>
        </p14:section>
        <p14:section name="A6-Glossary" id="{0A3B7360-9F2D-44EE-A910-5A3967673A5C}">
          <p14:sldIdLst>
            <p14:sldId id="2147483216"/>
            <p14:sldId id="2147483234"/>
          </p14:sldIdLst>
        </p14:section>
        <p14:section name="End" id="{E18241C8-EB86-4112-9BAD-0F6509512CC0}">
          <p14:sldIdLst>
            <p14:sldId id="2147483290"/>
          </p14:sldIdLst>
        </p14:section>
      </p14:sectionLst>
    </p:ext>
    <p:ext uri="{EFAFB233-063F-42B5-8137-9DF3F51BA10A}">
      <p15:sldGuideLst xmlns:p15="http://schemas.microsoft.com/office/powerpoint/2012/main">
        <p15:guide id="1" orient="horz" pos="1094" userDrawn="1">
          <p15:clr>
            <a:srgbClr val="A4A3A4"/>
          </p15:clr>
        </p15:guide>
        <p15:guide id="2" orient="horz" pos="709" userDrawn="1">
          <p15:clr>
            <a:srgbClr val="A4A3A4"/>
          </p15:clr>
        </p15:guide>
        <p15:guide id="3" pos="453" userDrawn="1">
          <p15:clr>
            <a:srgbClr val="A4A3A4"/>
          </p15:clr>
        </p15:guide>
        <p15:guide id="4" pos="7167"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8C5D72-075B-C4C6-67D6-485D567B225C}" name="Arindrajit Sarkar" initials="AS" userId="S::Arindrajit.Sarkar@defra.gov.uk::f369fba2-ee93-4d90-b66f-feed31385bff" providerId="AD"/>
  <p188:author id="{66C2E5F6-D57F-AB50-9A70-5C57766ED873}" name="ALLON Ian" initials="IA" userId="S::ian.allon@soprasteria.com::8a796c8b-4893-4978-8833-079f33e97a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Bagshaw, Nick (DEFRA)" initials="BN(" lastIdx="3" clrIdx="0"/>
  <p:cmAuthor id="1" name="Robinson, Nicola" initials="RN" lastIdx="3" clrIdx="1">
    <p:extLst>
      <p:ext uri="{19B8F6BF-5375-455C-9EA6-DF929625EA0E}">
        <p15:presenceInfo xmlns:p15="http://schemas.microsoft.com/office/powerpoint/2012/main" userId="S-1-5-21-2460336825-3585246265-3150112067-208405" providerId="AD"/>
      </p:ext>
    </p:extLst>
  </p:cmAuthor>
  <p:cmAuthor id="2" name="Bowen, Philip (NE)" initials="BP(" lastIdx="4" clrIdx="2">
    <p:extLst>
      <p:ext uri="{19B8F6BF-5375-455C-9EA6-DF929625EA0E}">
        <p15:presenceInfo xmlns:p15="http://schemas.microsoft.com/office/powerpoint/2012/main" userId="S-1-5-21-2460336825-3585246265-3150112067-66502" providerId="AD"/>
      </p:ext>
    </p:extLst>
  </p:cmAuthor>
  <p:cmAuthor id="3" name="Winter, Steve" initials="WS" lastIdx="3" clrIdx="3">
    <p:extLst>
      <p:ext uri="{19B8F6BF-5375-455C-9EA6-DF929625EA0E}">
        <p15:presenceInfo xmlns:p15="http://schemas.microsoft.com/office/powerpoint/2012/main" userId="S-1-5-21-2460336825-3585246265-3150112067-213070" providerId="AD"/>
      </p:ext>
    </p:extLst>
  </p:cmAuthor>
  <p:cmAuthor id="4" name="Tim Skaptason" initials="TS" lastIdx="17" clrIdx="4">
    <p:extLst>
      <p:ext uri="{19B8F6BF-5375-455C-9EA6-DF929625EA0E}">
        <p15:presenceInfo xmlns:p15="http://schemas.microsoft.com/office/powerpoint/2012/main" userId="S::tim.skaptason@oando-consulting.co.uk::e6e52086-e5b3-49e9-8296-b250f361575c" providerId="AD"/>
      </p:ext>
    </p:extLst>
  </p:cmAuthor>
  <p:cmAuthor id="5" name="Gulati, Jasmeet" initials="GJ" lastIdx="6" clrIdx="5">
    <p:extLst>
      <p:ext uri="{19B8F6BF-5375-455C-9EA6-DF929625EA0E}">
        <p15:presenceInfo xmlns:p15="http://schemas.microsoft.com/office/powerpoint/2012/main" userId="S::Jasmeet.Gulati@defra.gov.uk::841c08cd-5204-487c-981f-8619caa7e2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28F"/>
    <a:srgbClr val="D09E00"/>
    <a:srgbClr val="6DCFF5"/>
    <a:srgbClr val="64B0CE"/>
    <a:srgbClr val="1A4252"/>
    <a:srgbClr val="92D050"/>
    <a:srgbClr val="FFB7B7"/>
    <a:srgbClr val="2AA197"/>
    <a:srgbClr val="FCF4BC"/>
    <a:srgbClr val="FB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44294-7CAD-0EA4-8397-9AA520C56553}" v="1" dt="2026-05-01T15:05:59.2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8" d="100"/>
          <a:sy n="118" d="100"/>
        </p:scale>
        <p:origin x="276" y="84"/>
      </p:cViewPr>
      <p:guideLst>
        <p:guide orient="horz" pos="1094"/>
        <p:guide orient="horz" pos="709"/>
        <p:guide pos="453"/>
        <p:guide pos="7167"/>
      </p:guideLst>
    </p:cSldViewPr>
  </p:slideViewPr>
  <p:notesTextViewPr>
    <p:cViewPr>
      <p:scale>
        <a:sx n="1" d="1"/>
        <a:sy n="1" d="1"/>
      </p:scale>
      <p:origin x="0" y="0"/>
    </p:cViewPr>
  </p:notesTextViewPr>
  <p:notesViewPr>
    <p:cSldViewPr snapToGrid="0">
      <p:cViewPr>
        <p:scale>
          <a:sx n="1" d="2"/>
          <a:sy n="1" d="2"/>
        </p:scale>
        <p:origin x="0" y="0"/>
      </p:cViewPr>
      <p:guideLst>
        <p:guide orient="horz" pos="3126"/>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1.xml"/><Relationship Id="rId61" Type="http://schemas.microsoft.com/office/2018/10/relationships/authors" Targe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jan Arya" userId="S::gunjan.arya@defra.gov.uk::e1fd972a-1e41-4184-9796-040d18cbeed5" providerId="AD" clId="Web-{B9BF1042-63E9-1A21-45C9-E7565C9598D8}"/>
    <pc:docChg chg="modSld">
      <pc:chgData name="Gunjan Arya" userId="S::gunjan.arya@defra.gov.uk::e1fd972a-1e41-4184-9796-040d18cbeed5" providerId="AD" clId="Web-{B9BF1042-63E9-1A21-45C9-E7565C9598D8}" dt="2026-02-19T11:08:04.809" v="125"/>
      <pc:docMkLst>
        <pc:docMk/>
      </pc:docMkLst>
      <pc:sldChg chg="modSp">
        <pc:chgData name="Gunjan Arya" userId="S::gunjan.arya@defra.gov.uk::e1fd972a-1e41-4184-9796-040d18cbeed5" providerId="AD" clId="Web-{B9BF1042-63E9-1A21-45C9-E7565C9598D8}" dt="2026-02-19T11:08:04.809" v="125"/>
        <pc:sldMkLst>
          <pc:docMk/>
          <pc:sldMk cId="1280136309" sldId="2147483333"/>
        </pc:sldMkLst>
        <pc:graphicFrameChg chg="mod modGraphic">
          <ac:chgData name="Gunjan Arya" userId="S::gunjan.arya@defra.gov.uk::e1fd972a-1e41-4184-9796-040d18cbeed5" providerId="AD" clId="Web-{B9BF1042-63E9-1A21-45C9-E7565C9598D8}" dt="2026-02-19T11:08:04.809" v="125"/>
          <ac:graphicFrameMkLst>
            <pc:docMk/>
            <pc:sldMk cId="1280136309" sldId="2147483333"/>
            <ac:graphicFrameMk id="5" creationId="{3008F1E3-B3C4-E3BE-5209-B4BD62871E53}"/>
          </ac:graphicFrameMkLst>
        </pc:graphicFrameChg>
      </pc:sldChg>
      <pc:sldChg chg="modSp">
        <pc:chgData name="Gunjan Arya" userId="S::gunjan.arya@defra.gov.uk::e1fd972a-1e41-4184-9796-040d18cbeed5" providerId="AD" clId="Web-{B9BF1042-63E9-1A21-45C9-E7565C9598D8}" dt="2026-02-19T11:03:47.354" v="119"/>
        <pc:sldMkLst>
          <pc:docMk/>
          <pc:sldMk cId="370891977" sldId="2147483335"/>
        </pc:sldMkLst>
        <pc:graphicFrameChg chg="mod modGraphic">
          <ac:chgData name="Gunjan Arya" userId="S::gunjan.arya@defra.gov.uk::e1fd972a-1e41-4184-9796-040d18cbeed5" providerId="AD" clId="Web-{B9BF1042-63E9-1A21-45C9-E7565C9598D8}" dt="2026-02-19T11:03:47.354" v="119"/>
          <ac:graphicFrameMkLst>
            <pc:docMk/>
            <pc:sldMk cId="370891977" sldId="2147483335"/>
            <ac:graphicFrameMk id="5" creationId="{06229474-15DA-AFEA-66EA-877204331B2F}"/>
          </ac:graphicFrameMkLst>
        </pc:graphicFrameChg>
      </pc:sldChg>
    </pc:docChg>
  </pc:docChgLst>
  <pc:docChgLst>
    <pc:chgData name="Gunjan Arya" userId="S::gunjan.arya@defra.gov.uk::e1fd972a-1e41-4184-9796-040d18cbeed5" providerId="AD" clId="Web-{BDED0D4B-3071-5127-40BB-5694166A87A7}"/>
    <pc:docChg chg="modSld">
      <pc:chgData name="Gunjan Arya" userId="S::gunjan.arya@defra.gov.uk::e1fd972a-1e41-4184-9796-040d18cbeed5" providerId="AD" clId="Web-{BDED0D4B-3071-5127-40BB-5694166A87A7}" dt="2026-02-19T11:26:50.153" v="59"/>
      <pc:docMkLst>
        <pc:docMk/>
      </pc:docMkLst>
      <pc:sldChg chg="modSp">
        <pc:chgData name="Gunjan Arya" userId="S::gunjan.arya@defra.gov.uk::e1fd972a-1e41-4184-9796-040d18cbeed5" providerId="AD" clId="Web-{BDED0D4B-3071-5127-40BB-5694166A87A7}" dt="2026-02-19T11:26:50.153" v="59"/>
        <pc:sldMkLst>
          <pc:docMk/>
          <pc:sldMk cId="1280136309" sldId="2147483333"/>
        </pc:sldMkLst>
        <pc:graphicFrameChg chg="mod modGraphic">
          <ac:chgData name="Gunjan Arya" userId="S::gunjan.arya@defra.gov.uk::e1fd972a-1e41-4184-9796-040d18cbeed5" providerId="AD" clId="Web-{BDED0D4B-3071-5127-40BB-5694166A87A7}" dt="2026-02-19T11:26:50.153" v="59"/>
          <ac:graphicFrameMkLst>
            <pc:docMk/>
            <pc:sldMk cId="1280136309" sldId="2147483333"/>
            <ac:graphicFrameMk id="5" creationId="{3008F1E3-B3C4-E3BE-5209-B4BD62871E53}"/>
          </ac:graphicFrameMkLst>
        </pc:graphicFrameChg>
      </pc:sldChg>
      <pc:sldChg chg="modSp">
        <pc:chgData name="Gunjan Arya" userId="S::gunjan.arya@defra.gov.uk::e1fd972a-1e41-4184-9796-040d18cbeed5" providerId="AD" clId="Web-{BDED0D4B-3071-5127-40BB-5694166A87A7}" dt="2026-02-19T11:25:43.251" v="39"/>
        <pc:sldMkLst>
          <pc:docMk/>
          <pc:sldMk cId="370891977" sldId="2147483335"/>
        </pc:sldMkLst>
        <pc:graphicFrameChg chg="mod modGraphic">
          <ac:chgData name="Gunjan Arya" userId="S::gunjan.arya@defra.gov.uk::e1fd972a-1e41-4184-9796-040d18cbeed5" providerId="AD" clId="Web-{BDED0D4B-3071-5127-40BB-5694166A87A7}" dt="2026-02-19T11:25:43.251" v="39"/>
          <ac:graphicFrameMkLst>
            <pc:docMk/>
            <pc:sldMk cId="370891977" sldId="2147483335"/>
            <ac:graphicFrameMk id="5" creationId="{06229474-15DA-AFEA-66EA-877204331B2F}"/>
          </ac:graphicFrameMkLst>
        </pc:graphicFrameChg>
      </pc:sldChg>
    </pc:docChg>
  </pc:docChgLst>
  <pc:docChgLst>
    <pc:chgData name="Gunjan Arya" userId="e1fd972a-1e41-4184-9796-040d18cbeed5" providerId="ADAL" clId="{EA88E84B-B821-43E0-8234-3D2FF1D8D044}"/>
    <pc:docChg chg="undo custSel delSld modSld modSection">
      <pc:chgData name="Gunjan Arya" userId="e1fd972a-1e41-4184-9796-040d18cbeed5" providerId="ADAL" clId="{EA88E84B-B821-43E0-8234-3D2FF1D8D044}" dt="2026-02-19T11:31:11.457" v="1344" actId="1076"/>
      <pc:docMkLst>
        <pc:docMk/>
      </pc:docMkLst>
      <pc:sldChg chg="modSp mod">
        <pc:chgData name="Gunjan Arya" userId="e1fd972a-1e41-4184-9796-040d18cbeed5" providerId="ADAL" clId="{EA88E84B-B821-43E0-8234-3D2FF1D8D044}" dt="2026-02-18T12:53:45.997" v="1029" actId="20577"/>
        <pc:sldMkLst>
          <pc:docMk/>
          <pc:sldMk cId="4115953754" sldId="2147482622"/>
        </pc:sldMkLst>
        <pc:graphicFrameChg chg="mod modGraphic">
          <ac:chgData name="Gunjan Arya" userId="e1fd972a-1e41-4184-9796-040d18cbeed5" providerId="ADAL" clId="{EA88E84B-B821-43E0-8234-3D2FF1D8D044}" dt="2026-02-18T12:53:45.997" v="1029" actId="20577"/>
          <ac:graphicFrameMkLst>
            <pc:docMk/>
            <pc:sldMk cId="4115953754" sldId="2147482622"/>
            <ac:graphicFrameMk id="6" creationId="{FF6445DB-2817-AE39-DF41-703F6BA0A301}"/>
          </ac:graphicFrameMkLst>
        </pc:graphicFrameChg>
      </pc:sldChg>
      <pc:sldChg chg="modSp mod">
        <pc:chgData name="Gunjan Arya" userId="e1fd972a-1e41-4184-9796-040d18cbeed5" providerId="ADAL" clId="{EA88E84B-B821-43E0-8234-3D2FF1D8D044}" dt="2026-02-18T15:15:07.984" v="1338" actId="13219"/>
        <pc:sldMkLst>
          <pc:docMk/>
          <pc:sldMk cId="2104454050" sldId="2147483095"/>
        </pc:sldMkLst>
        <pc:spChg chg="mod">
          <ac:chgData name="Gunjan Arya" userId="e1fd972a-1e41-4184-9796-040d18cbeed5" providerId="ADAL" clId="{EA88E84B-B821-43E0-8234-3D2FF1D8D044}" dt="2026-02-18T13:29:12.687" v="1182" actId="1076"/>
          <ac:spMkLst>
            <pc:docMk/>
            <pc:sldMk cId="2104454050" sldId="2147483095"/>
            <ac:spMk id="3" creationId="{1F302CDE-7E84-A885-31BF-C4AA8A622E6E}"/>
          </ac:spMkLst>
        </pc:spChg>
        <pc:graphicFrameChg chg="mod modGraphic">
          <ac:chgData name="Gunjan Arya" userId="e1fd972a-1e41-4184-9796-040d18cbeed5" providerId="ADAL" clId="{EA88E84B-B821-43E0-8234-3D2FF1D8D044}" dt="2026-02-18T15:15:07.984" v="1338" actId="13219"/>
          <ac:graphicFrameMkLst>
            <pc:docMk/>
            <pc:sldMk cId="2104454050" sldId="2147483095"/>
            <ac:graphicFrameMk id="4" creationId="{C6BB3321-AC41-A79B-4196-2C990166E332}"/>
          </ac:graphicFrameMkLst>
        </pc:graphicFrameChg>
      </pc:sldChg>
      <pc:sldChg chg="modSp mod">
        <pc:chgData name="Gunjan Arya" userId="e1fd972a-1e41-4184-9796-040d18cbeed5" providerId="ADAL" clId="{EA88E84B-B821-43E0-8234-3D2FF1D8D044}" dt="2026-02-18T12:41:20.847" v="987" actId="14734"/>
        <pc:sldMkLst>
          <pc:docMk/>
          <pc:sldMk cId="1324459090" sldId="2147483224"/>
        </pc:sldMkLst>
        <pc:graphicFrameChg chg="modGraphic">
          <ac:chgData name="Gunjan Arya" userId="e1fd972a-1e41-4184-9796-040d18cbeed5" providerId="ADAL" clId="{EA88E84B-B821-43E0-8234-3D2FF1D8D044}" dt="2026-02-18T12:41:20.847" v="987" actId="14734"/>
          <ac:graphicFrameMkLst>
            <pc:docMk/>
            <pc:sldMk cId="1324459090" sldId="2147483224"/>
            <ac:graphicFrameMk id="8" creationId="{D7E72B33-0A16-43D8-77C3-B090EE217B03}"/>
          </ac:graphicFrameMkLst>
        </pc:graphicFrameChg>
      </pc:sldChg>
      <pc:sldChg chg="modSp mod">
        <pc:chgData name="Gunjan Arya" userId="e1fd972a-1e41-4184-9796-040d18cbeed5" providerId="ADAL" clId="{EA88E84B-B821-43E0-8234-3D2FF1D8D044}" dt="2026-02-18T12:42:04.800" v="989" actId="14734"/>
        <pc:sldMkLst>
          <pc:docMk/>
          <pc:sldMk cId="3978979442" sldId="2147483226"/>
        </pc:sldMkLst>
        <pc:graphicFrameChg chg="modGraphic">
          <ac:chgData name="Gunjan Arya" userId="e1fd972a-1e41-4184-9796-040d18cbeed5" providerId="ADAL" clId="{EA88E84B-B821-43E0-8234-3D2FF1D8D044}" dt="2026-02-18T12:42:04.800" v="989" actId="14734"/>
          <ac:graphicFrameMkLst>
            <pc:docMk/>
            <pc:sldMk cId="3978979442" sldId="2147483226"/>
            <ac:graphicFrameMk id="8" creationId="{9AD75431-11E5-2A9B-B2C4-83D4FAE7C137}"/>
          </ac:graphicFrameMkLst>
        </pc:graphicFrameChg>
      </pc:sldChg>
      <pc:sldChg chg="modSp mod">
        <pc:chgData name="Gunjan Arya" userId="e1fd972a-1e41-4184-9796-040d18cbeed5" providerId="ADAL" clId="{EA88E84B-B821-43E0-8234-3D2FF1D8D044}" dt="2026-02-18T12:58:40.046" v="1038" actId="2711"/>
        <pc:sldMkLst>
          <pc:docMk/>
          <pc:sldMk cId="1747896452" sldId="2147483234"/>
        </pc:sldMkLst>
        <pc:graphicFrameChg chg="modGraphic">
          <ac:chgData name="Gunjan Arya" userId="e1fd972a-1e41-4184-9796-040d18cbeed5" providerId="ADAL" clId="{EA88E84B-B821-43E0-8234-3D2FF1D8D044}" dt="2026-02-18T12:58:40.046" v="1038" actId="2711"/>
          <ac:graphicFrameMkLst>
            <pc:docMk/>
            <pc:sldMk cId="1747896452" sldId="2147483234"/>
            <ac:graphicFrameMk id="8" creationId="{F6361EE2-8ABC-B108-795F-2C77C69A5971}"/>
          </ac:graphicFrameMkLst>
        </pc:graphicFrameChg>
        <pc:graphicFrameChg chg="modGraphic">
          <ac:chgData name="Gunjan Arya" userId="e1fd972a-1e41-4184-9796-040d18cbeed5" providerId="ADAL" clId="{EA88E84B-B821-43E0-8234-3D2FF1D8D044}" dt="2026-02-18T12:58:31.148" v="1037" actId="2711"/>
          <ac:graphicFrameMkLst>
            <pc:docMk/>
            <pc:sldMk cId="1747896452" sldId="2147483234"/>
            <ac:graphicFrameMk id="9" creationId="{00127AD9-A989-E2D4-D38C-C4F359C1B7E3}"/>
          </ac:graphicFrameMkLst>
        </pc:graphicFrameChg>
      </pc:sldChg>
      <pc:sldChg chg="modSp mod">
        <pc:chgData name="Gunjan Arya" userId="e1fd972a-1e41-4184-9796-040d18cbeed5" providerId="ADAL" clId="{EA88E84B-B821-43E0-8234-3D2FF1D8D044}" dt="2026-02-18T15:15:14.255" v="1339" actId="13219"/>
        <pc:sldMkLst>
          <pc:docMk/>
          <pc:sldMk cId="2705208926" sldId="2147483235"/>
        </pc:sldMkLst>
        <pc:spChg chg="mod">
          <ac:chgData name="Gunjan Arya" userId="e1fd972a-1e41-4184-9796-040d18cbeed5" providerId="ADAL" clId="{EA88E84B-B821-43E0-8234-3D2FF1D8D044}" dt="2026-02-18T13:29:21.795" v="1183" actId="1076"/>
          <ac:spMkLst>
            <pc:docMk/>
            <pc:sldMk cId="2705208926" sldId="2147483235"/>
            <ac:spMk id="3" creationId="{D06F463B-0E52-6DE0-89A2-867ACB669C1E}"/>
          </ac:spMkLst>
        </pc:spChg>
        <pc:graphicFrameChg chg="mod modGraphic">
          <ac:chgData name="Gunjan Arya" userId="e1fd972a-1e41-4184-9796-040d18cbeed5" providerId="ADAL" clId="{EA88E84B-B821-43E0-8234-3D2FF1D8D044}" dt="2026-02-18T15:15:14.255" v="1339" actId="13219"/>
          <ac:graphicFrameMkLst>
            <pc:docMk/>
            <pc:sldMk cId="2705208926" sldId="2147483235"/>
            <ac:graphicFrameMk id="5" creationId="{BFF9E08C-F3A1-C911-9DB3-5512CC15721F}"/>
          </ac:graphicFrameMkLst>
        </pc:graphicFrameChg>
      </pc:sldChg>
      <pc:sldChg chg="modSp mod">
        <pc:chgData name="Gunjan Arya" userId="e1fd972a-1e41-4184-9796-040d18cbeed5" providerId="ADAL" clId="{EA88E84B-B821-43E0-8234-3D2FF1D8D044}" dt="2026-02-18T15:15:44.858" v="1341" actId="14100"/>
        <pc:sldMkLst>
          <pc:docMk/>
          <pc:sldMk cId="11468168" sldId="2147483237"/>
        </pc:sldMkLst>
        <pc:spChg chg="mod">
          <ac:chgData name="Gunjan Arya" userId="e1fd972a-1e41-4184-9796-040d18cbeed5" providerId="ADAL" clId="{EA88E84B-B821-43E0-8234-3D2FF1D8D044}" dt="2026-02-18T13:29:28.775" v="1184" actId="1076"/>
          <ac:spMkLst>
            <pc:docMk/>
            <pc:sldMk cId="11468168" sldId="2147483237"/>
            <ac:spMk id="3" creationId="{2DB04B4C-A2B5-A123-FAFC-C0B2493028C2}"/>
          </ac:spMkLst>
        </pc:spChg>
        <pc:spChg chg="mod">
          <ac:chgData name="Gunjan Arya" userId="e1fd972a-1e41-4184-9796-040d18cbeed5" providerId="ADAL" clId="{EA88E84B-B821-43E0-8234-3D2FF1D8D044}" dt="2026-02-18T13:29:33.397" v="1185" actId="1076"/>
          <ac:spMkLst>
            <pc:docMk/>
            <pc:sldMk cId="11468168" sldId="2147483237"/>
            <ac:spMk id="5" creationId="{AC6A2193-DC8A-FA20-42E5-91E13EFA19B5}"/>
          </ac:spMkLst>
        </pc:spChg>
        <pc:graphicFrameChg chg="mod modGraphic">
          <ac:chgData name="Gunjan Arya" userId="e1fd972a-1e41-4184-9796-040d18cbeed5" providerId="ADAL" clId="{EA88E84B-B821-43E0-8234-3D2FF1D8D044}" dt="2026-02-18T15:10:46.554" v="1335" actId="2062"/>
          <ac:graphicFrameMkLst>
            <pc:docMk/>
            <pc:sldMk cId="11468168" sldId="2147483237"/>
            <ac:graphicFrameMk id="2" creationId="{3F11101D-739D-46AE-FFD9-B77BF4601F48}"/>
          </ac:graphicFrameMkLst>
        </pc:graphicFrameChg>
        <pc:graphicFrameChg chg="mod modGraphic">
          <ac:chgData name="Gunjan Arya" userId="e1fd972a-1e41-4184-9796-040d18cbeed5" providerId="ADAL" clId="{EA88E84B-B821-43E0-8234-3D2FF1D8D044}" dt="2026-02-18T15:15:44.858" v="1341" actId="14100"/>
          <ac:graphicFrameMkLst>
            <pc:docMk/>
            <pc:sldMk cId="11468168" sldId="2147483237"/>
            <ac:graphicFrameMk id="4" creationId="{B750C890-C2B7-B0F9-AEAB-7B02C4935528}"/>
          </ac:graphicFrameMkLst>
        </pc:graphicFrameChg>
      </pc:sldChg>
      <pc:sldChg chg="addSp delSp modSp mod">
        <pc:chgData name="Gunjan Arya" userId="e1fd972a-1e41-4184-9796-040d18cbeed5" providerId="ADAL" clId="{EA88E84B-B821-43E0-8234-3D2FF1D8D044}" dt="2026-02-16T15:53:10.419" v="984" actId="1076"/>
        <pc:sldMkLst>
          <pc:docMk/>
          <pc:sldMk cId="4053627871" sldId="2147483306"/>
        </pc:sldMkLst>
        <pc:spChg chg="mod">
          <ac:chgData name="Gunjan Arya" userId="e1fd972a-1e41-4184-9796-040d18cbeed5" providerId="ADAL" clId="{EA88E84B-B821-43E0-8234-3D2FF1D8D044}" dt="2026-02-16T14:03:35.239" v="980" actId="6549"/>
          <ac:spMkLst>
            <pc:docMk/>
            <pc:sldMk cId="4053627871" sldId="2147483306"/>
            <ac:spMk id="10" creationId="{7311BF86-824C-82EA-F553-6607E632E87E}"/>
          </ac:spMkLst>
        </pc:spChg>
        <pc:picChg chg="add mod">
          <ac:chgData name="Gunjan Arya" userId="e1fd972a-1e41-4184-9796-040d18cbeed5" providerId="ADAL" clId="{EA88E84B-B821-43E0-8234-3D2FF1D8D044}" dt="2026-02-16T15:53:10.419" v="984" actId="1076"/>
          <ac:picMkLst>
            <pc:docMk/>
            <pc:sldMk cId="4053627871" sldId="2147483306"/>
            <ac:picMk id="9" creationId="{4F80B4B1-B0FC-19EB-8BE1-E81E7EDB537A}"/>
          </ac:picMkLst>
        </pc:picChg>
      </pc:sldChg>
      <pc:sldChg chg="modSp mod">
        <pc:chgData name="Gunjan Arya" userId="e1fd972a-1e41-4184-9796-040d18cbeed5" providerId="ADAL" clId="{EA88E84B-B821-43E0-8234-3D2FF1D8D044}" dt="2026-02-18T12:57:56.037" v="1036" actId="122"/>
        <pc:sldMkLst>
          <pc:docMk/>
          <pc:sldMk cId="1740303211" sldId="2147483329"/>
        </pc:sldMkLst>
        <pc:graphicFrameChg chg="modGraphic">
          <ac:chgData name="Gunjan Arya" userId="e1fd972a-1e41-4184-9796-040d18cbeed5" providerId="ADAL" clId="{EA88E84B-B821-43E0-8234-3D2FF1D8D044}" dt="2026-02-18T12:56:42.368" v="1033" actId="14734"/>
          <ac:graphicFrameMkLst>
            <pc:docMk/>
            <pc:sldMk cId="1740303211" sldId="2147483329"/>
            <ac:graphicFrameMk id="3" creationId="{8851FD39-F68A-D998-9F2B-4C9C3F37A2C5}"/>
          </ac:graphicFrameMkLst>
        </pc:graphicFrameChg>
        <pc:graphicFrameChg chg="modGraphic">
          <ac:chgData name="Gunjan Arya" userId="e1fd972a-1e41-4184-9796-040d18cbeed5" providerId="ADAL" clId="{EA88E84B-B821-43E0-8234-3D2FF1D8D044}" dt="2026-02-18T12:57:56.037" v="1036" actId="122"/>
          <ac:graphicFrameMkLst>
            <pc:docMk/>
            <pc:sldMk cId="1740303211" sldId="2147483329"/>
            <ac:graphicFrameMk id="4" creationId="{35431628-F8B4-5F2F-AEAA-438C94D67823}"/>
          </ac:graphicFrameMkLst>
        </pc:graphicFrameChg>
        <pc:graphicFrameChg chg="modGraphic">
          <ac:chgData name="Gunjan Arya" userId="e1fd972a-1e41-4184-9796-040d18cbeed5" providerId="ADAL" clId="{EA88E84B-B821-43E0-8234-3D2FF1D8D044}" dt="2026-02-18T12:57:12.542" v="1035" actId="2711"/>
          <ac:graphicFrameMkLst>
            <pc:docMk/>
            <pc:sldMk cId="1740303211" sldId="2147483329"/>
            <ac:graphicFrameMk id="5" creationId="{19B72AC4-9F1C-B84F-10E2-74E37E9FC475}"/>
          </ac:graphicFrameMkLst>
        </pc:graphicFrameChg>
      </pc:sldChg>
      <pc:sldChg chg="modSp mod">
        <pc:chgData name="Gunjan Arya" userId="e1fd972a-1e41-4184-9796-040d18cbeed5" providerId="ADAL" clId="{EA88E84B-B821-43E0-8234-3D2FF1D8D044}" dt="2026-02-18T12:45:03.284" v="991" actId="108"/>
        <pc:sldMkLst>
          <pc:docMk/>
          <pc:sldMk cId="1280136309" sldId="2147483333"/>
        </pc:sldMkLst>
        <pc:graphicFrameChg chg="mod modGraphic">
          <ac:chgData name="Gunjan Arya" userId="e1fd972a-1e41-4184-9796-040d18cbeed5" providerId="ADAL" clId="{EA88E84B-B821-43E0-8234-3D2FF1D8D044}" dt="2026-02-18T12:45:03.284" v="991" actId="108"/>
          <ac:graphicFrameMkLst>
            <pc:docMk/>
            <pc:sldMk cId="1280136309" sldId="2147483333"/>
            <ac:graphicFrameMk id="5" creationId="{3008F1E3-B3C4-E3BE-5209-B4BD62871E53}"/>
          </ac:graphicFrameMkLst>
        </pc:graphicFrameChg>
      </pc:sldChg>
      <pc:sldChg chg="modSp mod">
        <pc:chgData name="Gunjan Arya" userId="e1fd972a-1e41-4184-9796-040d18cbeed5" providerId="ADAL" clId="{EA88E84B-B821-43E0-8234-3D2FF1D8D044}" dt="2026-02-18T12:46:14.125" v="993" actId="20577"/>
        <pc:sldMkLst>
          <pc:docMk/>
          <pc:sldMk cId="2635077105" sldId="2147483340"/>
        </pc:sldMkLst>
        <pc:graphicFrameChg chg="modGraphic">
          <ac:chgData name="Gunjan Arya" userId="e1fd972a-1e41-4184-9796-040d18cbeed5" providerId="ADAL" clId="{EA88E84B-B821-43E0-8234-3D2FF1D8D044}" dt="2026-02-18T12:46:14.125" v="993" actId="20577"/>
          <ac:graphicFrameMkLst>
            <pc:docMk/>
            <pc:sldMk cId="2635077105" sldId="2147483340"/>
            <ac:graphicFrameMk id="5" creationId="{06229474-15DA-AFEA-66EA-877204331B2F}"/>
          </ac:graphicFrameMkLst>
        </pc:graphicFrameChg>
      </pc:sldChg>
      <pc:sldChg chg="modSp mod">
        <pc:chgData name="Gunjan Arya" userId="e1fd972a-1e41-4184-9796-040d18cbeed5" providerId="ADAL" clId="{EA88E84B-B821-43E0-8234-3D2FF1D8D044}" dt="2026-02-19T11:31:11.457" v="1344" actId="1076"/>
        <pc:sldMkLst>
          <pc:docMk/>
          <pc:sldMk cId="3562359655" sldId="2147483341"/>
        </pc:sldMkLst>
        <pc:spChg chg="mod">
          <ac:chgData name="Gunjan Arya" userId="e1fd972a-1e41-4184-9796-040d18cbeed5" providerId="ADAL" clId="{EA88E84B-B821-43E0-8234-3D2FF1D8D044}" dt="2026-02-19T11:31:04.583" v="1343" actId="1076"/>
          <ac:spMkLst>
            <pc:docMk/>
            <pc:sldMk cId="3562359655" sldId="2147483341"/>
            <ac:spMk id="2" creationId="{C11D41D5-9C5E-D847-8D73-696334D43715}"/>
          </ac:spMkLst>
        </pc:spChg>
        <pc:spChg chg="mod">
          <ac:chgData name="Gunjan Arya" userId="e1fd972a-1e41-4184-9796-040d18cbeed5" providerId="ADAL" clId="{EA88E84B-B821-43E0-8234-3D2FF1D8D044}" dt="2026-02-19T11:31:11.457" v="1344" actId="1076"/>
          <ac:spMkLst>
            <pc:docMk/>
            <pc:sldMk cId="3562359655" sldId="2147483341"/>
            <ac:spMk id="3" creationId="{6AF68169-933E-856E-84E3-13698264452D}"/>
          </ac:spMkLst>
        </pc:spChg>
      </pc:sldChg>
    </pc:docChg>
  </pc:docChgLst>
  <pc:docChgLst>
    <pc:chgData name="Arindrajit Sarkar" userId="S::arindrajit.sarkar@defra.gov.uk::f369fba2-ee93-4d90-b66f-feed31385bff" providerId="AD" clId="Web-{DE4BCDB6-FF89-DE47-18E4-5634D7153525}"/>
    <pc:docChg chg="modSld">
      <pc:chgData name="Arindrajit Sarkar" userId="S::arindrajit.sarkar@defra.gov.uk::f369fba2-ee93-4d90-b66f-feed31385bff" providerId="AD" clId="Web-{DE4BCDB6-FF89-DE47-18E4-5634D7153525}" dt="2026-02-22T23:24:45.253" v="27"/>
      <pc:docMkLst>
        <pc:docMk/>
      </pc:docMkLst>
      <pc:sldChg chg="modSp">
        <pc:chgData name="Arindrajit Sarkar" userId="S::arindrajit.sarkar@defra.gov.uk::f369fba2-ee93-4d90-b66f-feed31385bff" providerId="AD" clId="Web-{DE4BCDB6-FF89-DE47-18E4-5634D7153525}" dt="2026-02-22T23:21:20.666" v="1" actId="20577"/>
        <pc:sldMkLst>
          <pc:docMk/>
          <pc:sldMk cId="2609665074" sldId="2134804599"/>
        </pc:sldMkLst>
        <pc:spChg chg="mod">
          <ac:chgData name="Arindrajit Sarkar" userId="S::arindrajit.sarkar@defra.gov.uk::f369fba2-ee93-4d90-b66f-feed31385bff" providerId="AD" clId="Web-{DE4BCDB6-FF89-DE47-18E4-5634D7153525}" dt="2026-02-22T23:21:20.666" v="1" actId="20577"/>
          <ac:spMkLst>
            <pc:docMk/>
            <pc:sldMk cId="2609665074" sldId="2134804599"/>
            <ac:spMk id="4" creationId="{CA6F4F0A-BA72-4701-B62A-1172B2F28E6D}"/>
          </ac:spMkLst>
        </pc:spChg>
      </pc:sldChg>
      <pc:sldChg chg="modSp">
        <pc:chgData name="Arindrajit Sarkar" userId="S::arindrajit.sarkar@defra.gov.uk::f369fba2-ee93-4d90-b66f-feed31385bff" providerId="AD" clId="Web-{DE4BCDB6-FF89-DE47-18E4-5634D7153525}" dt="2026-02-22T23:24:45.253" v="27"/>
        <pc:sldMkLst>
          <pc:docMk/>
          <pc:sldMk cId="2635077105" sldId="2147483340"/>
        </pc:sldMkLst>
        <pc:graphicFrameChg chg="mod modGraphic">
          <ac:chgData name="Arindrajit Sarkar" userId="S::arindrajit.sarkar@defra.gov.uk::f369fba2-ee93-4d90-b66f-feed31385bff" providerId="AD" clId="Web-{DE4BCDB6-FF89-DE47-18E4-5634D7153525}" dt="2026-02-22T23:24:45.253" v="27"/>
          <ac:graphicFrameMkLst>
            <pc:docMk/>
            <pc:sldMk cId="2635077105" sldId="2147483340"/>
            <ac:graphicFrameMk id="5" creationId="{06229474-15DA-AFEA-66EA-877204331B2F}"/>
          </ac:graphicFrameMkLst>
        </pc:graphicFrameChg>
      </pc:sldChg>
    </pc:docChg>
  </pc:docChgLst>
  <pc:docChgLst>
    <pc:chgData name="Arun Kumar AS" userId="S::arunkumar.as@defra.gov.uk::1aa0aef9-a1ef-4ddf-81c6-c66503d1a805" providerId="AD" clId="Web-{3AC6D099-3384-9731-E4CB-57D42CF70ABD}"/>
    <pc:docChg chg="modSld">
      <pc:chgData name="Arun Kumar AS" userId="S::arunkumar.as@defra.gov.uk::1aa0aef9-a1ef-4ddf-81c6-c66503d1a805" providerId="AD" clId="Web-{3AC6D099-3384-9731-E4CB-57D42CF70ABD}" dt="2026-02-16T15:08:01.278" v="7"/>
      <pc:docMkLst>
        <pc:docMk/>
      </pc:docMkLst>
      <pc:sldChg chg="modSp">
        <pc:chgData name="Arun Kumar AS" userId="S::arunkumar.as@defra.gov.uk::1aa0aef9-a1ef-4ddf-81c6-c66503d1a805" providerId="AD" clId="Web-{3AC6D099-3384-9731-E4CB-57D42CF70ABD}" dt="2026-02-16T15:08:01.278" v="7"/>
        <pc:sldMkLst>
          <pc:docMk/>
          <pc:sldMk cId="2635077105" sldId="2147483340"/>
        </pc:sldMkLst>
        <pc:graphicFrameChg chg="mod modGraphic">
          <ac:chgData name="Arun Kumar AS" userId="S::arunkumar.as@defra.gov.uk::1aa0aef9-a1ef-4ddf-81c6-c66503d1a805" providerId="AD" clId="Web-{3AC6D099-3384-9731-E4CB-57D42CF70ABD}" dt="2026-02-16T15:08:01.278" v="7"/>
          <ac:graphicFrameMkLst>
            <pc:docMk/>
            <pc:sldMk cId="2635077105" sldId="2147483340"/>
            <ac:graphicFrameMk id="5" creationId="{06229474-15DA-AFEA-66EA-877204331B2F}"/>
          </ac:graphicFrameMkLst>
        </pc:graphicFrameChg>
      </pc:sldChg>
    </pc:docChg>
  </pc:docChgLst>
  <pc:docChgLst>
    <pc:chgData name="Arindrajit Sarkar" userId="S::arindrajit.sarkar@defra.gov.uk::f369fba2-ee93-4d90-b66f-feed31385bff" providerId="AD" clId="Web-{72927B30-8F0B-523F-9229-0D110379CBF2}"/>
    <pc:docChg chg="addSld delSld modSld sldOrd modSection">
      <pc:chgData name="Arindrajit Sarkar" userId="S::arindrajit.sarkar@defra.gov.uk::f369fba2-ee93-4d90-b66f-feed31385bff" providerId="AD" clId="Web-{72927B30-8F0B-523F-9229-0D110379CBF2}" dt="2026-02-10T10:22:01.169" v="42"/>
      <pc:docMkLst>
        <pc:docMk/>
      </pc:docMkLst>
      <pc:sldChg chg="modSp add ord">
        <pc:chgData name="Arindrajit Sarkar" userId="S::arindrajit.sarkar@defra.gov.uk::f369fba2-ee93-4d90-b66f-feed31385bff" providerId="AD" clId="Web-{72927B30-8F0B-523F-9229-0D110379CBF2}" dt="2026-02-10T10:17:52.518" v="3"/>
        <pc:sldMkLst>
          <pc:docMk/>
          <pc:sldMk cId="4115953754" sldId="2147482622"/>
        </pc:sldMkLst>
        <pc:graphicFrameChg chg="modGraphic">
          <ac:chgData name="Arindrajit Sarkar" userId="S::arindrajit.sarkar@defra.gov.uk::f369fba2-ee93-4d90-b66f-feed31385bff" providerId="AD" clId="Web-{72927B30-8F0B-523F-9229-0D110379CBF2}" dt="2026-02-10T10:17:52.518" v="3"/>
          <ac:graphicFrameMkLst>
            <pc:docMk/>
            <pc:sldMk cId="4115953754" sldId="2147482622"/>
            <ac:graphicFrameMk id="6" creationId="{FF6445DB-2817-AE39-DF41-703F6BA0A301}"/>
          </ac:graphicFrameMkLst>
        </pc:graphicFrameChg>
      </pc:sldChg>
      <pc:sldChg chg="modSp">
        <pc:chgData name="Arindrajit Sarkar" userId="S::arindrajit.sarkar@defra.gov.uk::f369fba2-ee93-4d90-b66f-feed31385bff" providerId="AD" clId="Web-{72927B30-8F0B-523F-9229-0D110379CBF2}" dt="2026-02-10T10:22:01.169" v="42"/>
        <pc:sldMkLst>
          <pc:docMk/>
          <pc:sldMk cId="1280136309" sldId="2147483333"/>
        </pc:sldMkLst>
        <pc:graphicFrameChg chg="mod modGraphic">
          <ac:chgData name="Arindrajit Sarkar" userId="S::arindrajit.sarkar@defra.gov.uk::f369fba2-ee93-4d90-b66f-feed31385bff" providerId="AD" clId="Web-{72927B30-8F0B-523F-9229-0D110379CBF2}" dt="2026-02-10T10:22:01.169" v="42"/>
          <ac:graphicFrameMkLst>
            <pc:docMk/>
            <pc:sldMk cId="1280136309" sldId="2147483333"/>
            <ac:graphicFrameMk id="5" creationId="{3008F1E3-B3C4-E3BE-5209-B4BD62871E53}"/>
          </ac:graphicFrameMkLst>
        </pc:graphicFrameChg>
      </pc:sldChg>
      <pc:sldChg chg="ord">
        <pc:chgData name="Arindrajit Sarkar" userId="S::arindrajit.sarkar@defra.gov.uk::f369fba2-ee93-4d90-b66f-feed31385bff" providerId="AD" clId="Web-{72927B30-8F0B-523F-9229-0D110379CBF2}" dt="2026-02-10T10:16:16.589" v="0"/>
        <pc:sldMkLst>
          <pc:docMk/>
          <pc:sldMk cId="2180212475" sldId="2147483338"/>
        </pc:sldMkLst>
      </pc:sldChg>
      <pc:sldChg chg="add">
        <pc:chgData name="Arindrajit Sarkar" userId="S::arindrajit.sarkar@defra.gov.uk::f369fba2-ee93-4d90-b66f-feed31385bff" providerId="AD" clId="Web-{72927B30-8F0B-523F-9229-0D110379CBF2}" dt="2026-02-10T10:18:32.098" v="4"/>
        <pc:sldMkLst>
          <pc:docMk/>
          <pc:sldMk cId="3864936068" sldId="2147483339"/>
        </pc:sldMkLst>
      </pc:sldChg>
    </pc:docChg>
  </pc:docChgLst>
  <pc:docChgLst>
    <pc:chgData name="Arindrajit Sarkar" userId="S::arindrajit.sarkar@defra.gov.uk::f369fba2-ee93-4d90-b66f-feed31385bff" providerId="AD" clId="Web-{9F2910EE-FAE8-7C12-E4F2-C3CDAD787794}"/>
    <pc:docChg chg="modSld">
      <pc:chgData name="Arindrajit Sarkar" userId="S::arindrajit.sarkar@defra.gov.uk::f369fba2-ee93-4d90-b66f-feed31385bff" providerId="AD" clId="Web-{9F2910EE-FAE8-7C12-E4F2-C3CDAD787794}" dt="2026-03-09T14:47:48.033" v="0" actId="20577"/>
      <pc:docMkLst>
        <pc:docMk/>
      </pc:docMkLst>
      <pc:sldChg chg="modSp">
        <pc:chgData name="Arindrajit Sarkar" userId="S::arindrajit.sarkar@defra.gov.uk::f369fba2-ee93-4d90-b66f-feed31385bff" providerId="AD" clId="Web-{9F2910EE-FAE8-7C12-E4F2-C3CDAD787794}" dt="2026-03-09T14:47:48.033" v="0" actId="20577"/>
        <pc:sldMkLst>
          <pc:docMk/>
          <pc:sldMk cId="1331551627" sldId="2147483136"/>
        </pc:sldMkLst>
        <pc:spChg chg="mod">
          <ac:chgData name="Arindrajit Sarkar" userId="S::arindrajit.sarkar@defra.gov.uk::f369fba2-ee93-4d90-b66f-feed31385bff" providerId="AD" clId="Web-{9F2910EE-FAE8-7C12-E4F2-C3CDAD787794}" dt="2026-03-09T14:47:48.033" v="0" actId="20577"/>
          <ac:spMkLst>
            <pc:docMk/>
            <pc:sldMk cId="1331551627" sldId="2147483136"/>
            <ac:spMk id="7" creationId="{D95015B7-AACA-62A6-429C-4396BC21C038}"/>
          </ac:spMkLst>
        </pc:spChg>
      </pc:sldChg>
    </pc:docChg>
  </pc:docChgLst>
  <pc:docChgLst>
    <pc:chgData name="Arun Kumar AS" userId="S::arunkumar.as@defra.gov.uk::1aa0aef9-a1ef-4ddf-81c6-c66503d1a805" providerId="AD" clId="Web-{A6739045-9F6A-6A3A-9FF1-1000B3E20DC7}"/>
    <pc:docChg chg="modSld">
      <pc:chgData name="Arun Kumar AS" userId="S::arunkumar.as@defra.gov.uk::1aa0aef9-a1ef-4ddf-81c6-c66503d1a805" providerId="AD" clId="Web-{A6739045-9F6A-6A3A-9FF1-1000B3E20DC7}" dt="2026-02-16T12:24:20.827" v="4" actId="1076"/>
      <pc:docMkLst>
        <pc:docMk/>
      </pc:docMkLst>
      <pc:sldChg chg="addSp delSp modSp">
        <pc:chgData name="Arun Kumar AS" userId="S::arunkumar.as@defra.gov.uk::1aa0aef9-a1ef-4ddf-81c6-c66503d1a805" providerId="AD" clId="Web-{A6739045-9F6A-6A3A-9FF1-1000B3E20DC7}" dt="2026-02-16T12:24:20.827" v="4" actId="1076"/>
        <pc:sldMkLst>
          <pc:docMk/>
          <pc:sldMk cId="1331551627" sldId="2147483136"/>
        </pc:sldMkLst>
        <pc:picChg chg="add mod">
          <ac:chgData name="Arun Kumar AS" userId="S::arunkumar.as@defra.gov.uk::1aa0aef9-a1ef-4ddf-81c6-c66503d1a805" providerId="AD" clId="Web-{A6739045-9F6A-6A3A-9FF1-1000B3E20DC7}" dt="2026-02-16T12:24:20.827" v="4" actId="1076"/>
          <ac:picMkLst>
            <pc:docMk/>
            <pc:sldMk cId="1331551627" sldId="2147483136"/>
            <ac:picMk id="2" creationId="{CBD62C25-71D1-31BF-F46E-E2FCA0EF9468}"/>
          </ac:picMkLst>
        </pc:picChg>
      </pc:sldChg>
      <pc:sldChg chg="modSp">
        <pc:chgData name="Arun Kumar AS" userId="S::arunkumar.as@defra.gov.uk::1aa0aef9-a1ef-4ddf-81c6-c66503d1a805" providerId="AD" clId="Web-{A6739045-9F6A-6A3A-9FF1-1000B3E20DC7}" dt="2026-02-16T11:39:35.635" v="1"/>
        <pc:sldMkLst>
          <pc:docMk/>
          <pc:sldMk cId="3644315755" sldId="2147483326"/>
        </pc:sldMkLst>
        <pc:graphicFrameChg chg="mod modGraphic">
          <ac:chgData name="Arun Kumar AS" userId="S::arunkumar.as@defra.gov.uk::1aa0aef9-a1ef-4ddf-81c6-c66503d1a805" providerId="AD" clId="Web-{A6739045-9F6A-6A3A-9FF1-1000B3E20DC7}" dt="2026-02-16T11:39:35.635" v="1"/>
          <ac:graphicFrameMkLst>
            <pc:docMk/>
            <pc:sldMk cId="3644315755" sldId="2147483326"/>
            <ac:graphicFrameMk id="5" creationId="{B3452FDB-09A1-0163-D057-76BFC4E46A99}"/>
          </ac:graphicFrameMkLst>
        </pc:graphicFrameChg>
      </pc:sldChg>
    </pc:docChg>
  </pc:docChgLst>
  <pc:docChgLst>
    <pc:chgData name="Gunjan Arya" userId="S::gunjan.arya@defra.gov.uk::e1fd972a-1e41-4184-9796-040d18cbeed5" providerId="AD" clId="Web-{276438D7-0F52-35B9-F3A6-6467BE5E6237}"/>
    <pc:docChg chg="modSld">
      <pc:chgData name="Gunjan Arya" userId="S::gunjan.arya@defra.gov.uk::e1fd972a-1e41-4184-9796-040d18cbeed5" providerId="AD" clId="Web-{276438D7-0F52-35B9-F3A6-6467BE5E6237}" dt="2026-02-18T12:20:05.806" v="74"/>
      <pc:docMkLst>
        <pc:docMk/>
      </pc:docMkLst>
      <pc:sldChg chg="modSp">
        <pc:chgData name="Gunjan Arya" userId="S::gunjan.arya@defra.gov.uk::e1fd972a-1e41-4184-9796-040d18cbeed5" providerId="AD" clId="Web-{276438D7-0F52-35B9-F3A6-6467BE5E6237}" dt="2026-02-18T12:20:05.806" v="74"/>
        <pc:sldMkLst>
          <pc:docMk/>
          <pc:sldMk cId="1906162411" sldId="2134804631"/>
        </pc:sldMkLst>
        <pc:graphicFrameChg chg="mod modGraphic">
          <ac:chgData name="Gunjan Arya" userId="S::gunjan.arya@defra.gov.uk::e1fd972a-1e41-4184-9796-040d18cbeed5" providerId="AD" clId="Web-{276438D7-0F52-35B9-F3A6-6467BE5E6237}" dt="2026-02-18T12:20:05.806" v="74"/>
          <ac:graphicFrameMkLst>
            <pc:docMk/>
            <pc:sldMk cId="1906162411" sldId="2134804631"/>
            <ac:graphicFrameMk id="6" creationId="{6F867FF0-DDAE-D9BC-8DD9-981BCD698CB0}"/>
          </ac:graphicFrameMkLst>
        </pc:graphicFrameChg>
      </pc:sldChg>
      <pc:sldChg chg="modSp">
        <pc:chgData name="Gunjan Arya" userId="S::gunjan.arya@defra.gov.uk::e1fd972a-1e41-4184-9796-040d18cbeed5" providerId="AD" clId="Web-{276438D7-0F52-35B9-F3A6-6467BE5E6237}" dt="2026-02-18T12:15:15.506" v="27"/>
        <pc:sldMkLst>
          <pc:docMk/>
          <pc:sldMk cId="4115953754" sldId="2147482622"/>
        </pc:sldMkLst>
        <pc:graphicFrameChg chg="mod modGraphic">
          <ac:chgData name="Gunjan Arya" userId="S::gunjan.arya@defra.gov.uk::e1fd972a-1e41-4184-9796-040d18cbeed5" providerId="AD" clId="Web-{276438D7-0F52-35B9-F3A6-6467BE5E6237}" dt="2026-02-18T12:15:15.506" v="27"/>
          <ac:graphicFrameMkLst>
            <pc:docMk/>
            <pc:sldMk cId="4115953754" sldId="2147482622"/>
            <ac:graphicFrameMk id="6" creationId="{FF6445DB-2817-AE39-DF41-703F6BA0A301}"/>
          </ac:graphicFrameMkLst>
        </pc:graphicFrameChg>
      </pc:sldChg>
      <pc:sldChg chg="modSp">
        <pc:chgData name="Gunjan Arya" userId="S::gunjan.arya@defra.gov.uk::e1fd972a-1e41-4184-9796-040d18cbeed5" providerId="AD" clId="Web-{276438D7-0F52-35B9-F3A6-6467BE5E6237}" dt="2026-02-18T12:18:41.583" v="40" actId="20577"/>
        <pc:sldMkLst>
          <pc:docMk/>
          <pc:sldMk cId="2123017833" sldId="2147483207"/>
        </pc:sldMkLst>
        <pc:spChg chg="mod">
          <ac:chgData name="Gunjan Arya" userId="S::gunjan.arya@defra.gov.uk::e1fd972a-1e41-4184-9796-040d18cbeed5" providerId="AD" clId="Web-{276438D7-0F52-35B9-F3A6-6467BE5E6237}" dt="2026-02-18T12:18:41.583" v="40" actId="20577"/>
          <ac:spMkLst>
            <pc:docMk/>
            <pc:sldMk cId="2123017833" sldId="2147483207"/>
            <ac:spMk id="17" creationId="{84E5E476-54BC-E18A-6A41-A7773214066E}"/>
          </ac:spMkLst>
        </pc:spChg>
      </pc:sldChg>
      <pc:sldChg chg="modSp">
        <pc:chgData name="Gunjan Arya" userId="S::gunjan.arya@defra.gov.uk::e1fd972a-1e41-4184-9796-040d18cbeed5" providerId="AD" clId="Web-{276438D7-0F52-35B9-F3A6-6467BE5E6237}" dt="2026-02-18T11:40:19.105" v="5" actId="1076"/>
        <pc:sldMkLst>
          <pc:docMk/>
          <pc:sldMk cId="1808072524" sldId="2147483243"/>
        </pc:sldMkLst>
        <pc:spChg chg="mod">
          <ac:chgData name="Gunjan Arya" userId="S::gunjan.arya@defra.gov.uk::e1fd972a-1e41-4184-9796-040d18cbeed5" providerId="AD" clId="Web-{276438D7-0F52-35B9-F3A6-6467BE5E6237}" dt="2026-02-18T11:40:19.105" v="5" actId="1076"/>
          <ac:spMkLst>
            <pc:docMk/>
            <pc:sldMk cId="1808072524" sldId="2147483243"/>
            <ac:spMk id="15" creationId="{E6F14D4C-AD9F-9E86-60BB-53EA808F882A}"/>
          </ac:spMkLst>
        </pc:spChg>
      </pc:sldChg>
      <pc:sldChg chg="modSp">
        <pc:chgData name="Gunjan Arya" userId="S::gunjan.arya@defra.gov.uk::e1fd972a-1e41-4184-9796-040d18cbeed5" providerId="AD" clId="Web-{276438D7-0F52-35B9-F3A6-6467BE5E6237}" dt="2026-02-18T11:54:20.574" v="9" actId="20577"/>
        <pc:sldMkLst>
          <pc:docMk/>
          <pc:sldMk cId="822236160" sldId="2147483309"/>
        </pc:sldMkLst>
        <pc:spChg chg="mod">
          <ac:chgData name="Gunjan Arya" userId="S::gunjan.arya@defra.gov.uk::e1fd972a-1e41-4184-9796-040d18cbeed5" providerId="AD" clId="Web-{276438D7-0F52-35B9-F3A6-6467BE5E6237}" dt="2026-02-18T11:54:20.574" v="9" actId="20577"/>
          <ac:spMkLst>
            <pc:docMk/>
            <pc:sldMk cId="822236160" sldId="2147483309"/>
            <ac:spMk id="18" creationId="{423CD8B3-6D04-194A-C388-CF19940B9C99}"/>
          </ac:spMkLst>
        </pc:spChg>
      </pc:sldChg>
      <pc:sldChg chg="modSp">
        <pc:chgData name="Gunjan Arya" userId="S::gunjan.arya@defra.gov.uk::e1fd972a-1e41-4184-9796-040d18cbeed5" providerId="AD" clId="Web-{276438D7-0F52-35B9-F3A6-6467BE5E6237}" dt="2026-02-18T12:13:44.268" v="15"/>
        <pc:sldMkLst>
          <pc:docMk/>
          <pc:sldMk cId="3644315755" sldId="2147483326"/>
        </pc:sldMkLst>
        <pc:graphicFrameChg chg="mod modGraphic">
          <ac:chgData name="Gunjan Arya" userId="S::gunjan.arya@defra.gov.uk::e1fd972a-1e41-4184-9796-040d18cbeed5" providerId="AD" clId="Web-{276438D7-0F52-35B9-F3A6-6467BE5E6237}" dt="2026-02-18T12:13:44.268" v="15"/>
          <ac:graphicFrameMkLst>
            <pc:docMk/>
            <pc:sldMk cId="3644315755" sldId="2147483326"/>
            <ac:graphicFrameMk id="5" creationId="{B3452FDB-09A1-0163-D057-76BFC4E46A99}"/>
          </ac:graphicFrameMkLst>
        </pc:graphicFrameChg>
      </pc:sldChg>
      <pc:sldChg chg="modSp">
        <pc:chgData name="Gunjan Arya" userId="S::gunjan.arya@defra.gov.uk::e1fd972a-1e41-4184-9796-040d18cbeed5" providerId="AD" clId="Web-{276438D7-0F52-35B9-F3A6-6467BE5E6237}" dt="2026-02-18T12:19:20.757" v="64"/>
        <pc:sldMkLst>
          <pc:docMk/>
          <pc:sldMk cId="2635077105" sldId="2147483340"/>
        </pc:sldMkLst>
        <pc:graphicFrameChg chg="mod modGraphic">
          <ac:chgData name="Gunjan Arya" userId="S::gunjan.arya@defra.gov.uk::e1fd972a-1e41-4184-9796-040d18cbeed5" providerId="AD" clId="Web-{276438D7-0F52-35B9-F3A6-6467BE5E6237}" dt="2026-02-18T12:19:20.757" v="64"/>
          <ac:graphicFrameMkLst>
            <pc:docMk/>
            <pc:sldMk cId="2635077105" sldId="2147483340"/>
            <ac:graphicFrameMk id="5" creationId="{06229474-15DA-AFEA-66EA-877204331B2F}"/>
          </ac:graphicFrameMkLst>
        </pc:graphicFrameChg>
      </pc:sldChg>
    </pc:docChg>
  </pc:docChgLst>
  <pc:docChgLst>
    <pc:chgData name="Shantanu Daithankar" userId="S::shantanu.daithankar@defra.gov.uk::db261d05-4745-4329-bdf4-a7cc7303e58c" providerId="AD" clId="Web-{32A44294-7CAD-0EA4-8397-9AA520C56553}"/>
    <pc:docChg chg="sldOrd">
      <pc:chgData name="Shantanu Daithankar" userId="S::shantanu.daithankar@defra.gov.uk::db261d05-4745-4329-bdf4-a7cc7303e58c" providerId="AD" clId="Web-{32A44294-7CAD-0EA4-8397-9AA520C56553}" dt="2026-05-01T15:05:59.215" v="0"/>
      <pc:docMkLst>
        <pc:docMk/>
      </pc:docMkLst>
      <pc:sldChg chg="ord">
        <pc:chgData name="Shantanu Daithankar" userId="S::shantanu.daithankar@defra.gov.uk::db261d05-4745-4329-bdf4-a7cc7303e58c" providerId="AD" clId="Web-{32A44294-7CAD-0EA4-8397-9AA520C56553}" dt="2026-05-01T15:05:59.215" v="0"/>
        <pc:sldMkLst>
          <pc:docMk/>
          <pc:sldMk cId="3990125704" sldId="2147483342"/>
        </pc:sldMkLst>
      </pc:sldChg>
    </pc:docChg>
  </pc:docChgLst>
  <pc:docChgLst>
    <pc:chgData name="Narasimha Sanagaram" userId="S::narasimha.sanagaram@defra.gov.uk::d2756e5d-d83e-4b2e-8968-8bd0cfccec12" providerId="AD" clId="Web-{A18259F3-5892-C8CE-05AD-8820779B1688}"/>
    <pc:docChg chg="modSld">
      <pc:chgData name="Narasimha Sanagaram" userId="S::narasimha.sanagaram@defra.gov.uk::d2756e5d-d83e-4b2e-8968-8bd0cfccec12" providerId="AD" clId="Web-{A18259F3-5892-C8CE-05AD-8820779B1688}" dt="2026-02-18T14:51:28.163" v="34"/>
      <pc:docMkLst>
        <pc:docMk/>
      </pc:docMkLst>
      <pc:sldChg chg="modSp">
        <pc:chgData name="Narasimha Sanagaram" userId="S::narasimha.sanagaram@defra.gov.uk::d2756e5d-d83e-4b2e-8968-8bd0cfccec12" providerId="AD" clId="Web-{A18259F3-5892-C8CE-05AD-8820779B1688}" dt="2026-02-18T10:00:51.252" v="10"/>
        <pc:sldMkLst>
          <pc:docMk/>
          <pc:sldMk cId="2104454050" sldId="2147483095"/>
        </pc:sldMkLst>
        <pc:graphicFrameChg chg="mod modGraphic">
          <ac:chgData name="Narasimha Sanagaram" userId="S::narasimha.sanagaram@defra.gov.uk::d2756e5d-d83e-4b2e-8968-8bd0cfccec12" providerId="AD" clId="Web-{A18259F3-5892-C8CE-05AD-8820779B1688}" dt="2026-02-18T10:00:51.252" v="10"/>
          <ac:graphicFrameMkLst>
            <pc:docMk/>
            <pc:sldMk cId="2104454050" sldId="2147483095"/>
            <ac:graphicFrameMk id="4" creationId="{C6BB3321-AC41-A79B-4196-2C990166E332}"/>
          </ac:graphicFrameMkLst>
        </pc:graphicFrameChg>
      </pc:sldChg>
      <pc:sldChg chg="modSp">
        <pc:chgData name="Narasimha Sanagaram" userId="S::narasimha.sanagaram@defra.gov.uk::d2756e5d-d83e-4b2e-8968-8bd0cfccec12" providerId="AD" clId="Web-{A18259F3-5892-C8CE-05AD-8820779B1688}" dt="2026-02-18T14:51:28.163" v="34"/>
        <pc:sldMkLst>
          <pc:docMk/>
          <pc:sldMk cId="2705208926" sldId="2147483235"/>
        </pc:sldMkLst>
        <pc:graphicFrameChg chg="mod modGraphic">
          <ac:chgData name="Narasimha Sanagaram" userId="S::narasimha.sanagaram@defra.gov.uk::d2756e5d-d83e-4b2e-8968-8bd0cfccec12" providerId="AD" clId="Web-{A18259F3-5892-C8CE-05AD-8820779B1688}" dt="2026-02-18T14:51:28.163" v="34"/>
          <ac:graphicFrameMkLst>
            <pc:docMk/>
            <pc:sldMk cId="2705208926" sldId="2147483235"/>
            <ac:graphicFrameMk id="5" creationId="{BFF9E08C-F3A1-C911-9DB3-5512CC15721F}"/>
          </ac:graphicFrameMkLst>
        </pc:graphicFrameChg>
      </pc:sldChg>
    </pc:docChg>
  </pc:docChgLst>
  <pc:docChgLst>
    <pc:chgData name="Souvik Sengupta" userId="e38dfbd2-27fd-462a-9548-27952768c015" providerId="ADAL" clId="{A0D3492D-6D79-49E8-ABBF-D84104AC7092}"/>
    <pc:docChg chg="undo custSel addSld delSld modSld sldOrd addSection delSection modSection">
      <pc:chgData name="Souvik Sengupta" userId="e38dfbd2-27fd-462a-9548-27952768c015" providerId="ADAL" clId="{A0D3492D-6D79-49E8-ABBF-D84104AC7092}" dt="2026-02-16T18:30:16.165" v="1696" actId="14100"/>
      <pc:docMkLst>
        <pc:docMk/>
      </pc:docMkLst>
      <pc:sldChg chg="modSp mod">
        <pc:chgData name="Souvik Sengupta" userId="e38dfbd2-27fd-462a-9548-27952768c015" providerId="ADAL" clId="{A0D3492D-6D79-49E8-ABBF-D84104AC7092}" dt="2026-02-16T14:10:09.008" v="1424" actId="20577"/>
        <pc:sldMkLst>
          <pc:docMk/>
          <pc:sldMk cId="1906162411" sldId="2134804631"/>
        </pc:sldMkLst>
        <pc:graphicFrameChg chg="modGraphic">
          <ac:chgData name="Souvik Sengupta" userId="e38dfbd2-27fd-462a-9548-27952768c015" providerId="ADAL" clId="{A0D3492D-6D79-49E8-ABBF-D84104AC7092}" dt="2026-02-16T14:10:09.008" v="1424" actId="20577"/>
          <ac:graphicFrameMkLst>
            <pc:docMk/>
            <pc:sldMk cId="1906162411" sldId="2134804631"/>
            <ac:graphicFrameMk id="6" creationId="{6F867FF0-DDAE-D9BC-8DD9-981BCD698CB0}"/>
          </ac:graphicFrameMkLst>
        </pc:graphicFrameChg>
      </pc:sldChg>
      <pc:sldChg chg="modSp mod">
        <pc:chgData name="Souvik Sengupta" userId="e38dfbd2-27fd-462a-9548-27952768c015" providerId="ADAL" clId="{A0D3492D-6D79-49E8-ABBF-D84104AC7092}" dt="2026-02-16T13:59:28.037" v="1414" actId="20577"/>
        <pc:sldMkLst>
          <pc:docMk/>
          <pc:sldMk cId="4115953754" sldId="2147482622"/>
        </pc:sldMkLst>
        <pc:graphicFrameChg chg="mod modGraphic">
          <ac:chgData name="Souvik Sengupta" userId="e38dfbd2-27fd-462a-9548-27952768c015" providerId="ADAL" clId="{A0D3492D-6D79-49E8-ABBF-D84104AC7092}" dt="2026-02-16T13:59:28.037" v="1414" actId="20577"/>
          <ac:graphicFrameMkLst>
            <pc:docMk/>
            <pc:sldMk cId="4115953754" sldId="2147482622"/>
            <ac:graphicFrameMk id="6" creationId="{FF6445DB-2817-AE39-DF41-703F6BA0A301}"/>
          </ac:graphicFrameMkLst>
        </pc:graphicFrameChg>
      </pc:sldChg>
      <pc:sldChg chg="modSp mod">
        <pc:chgData name="Souvik Sengupta" userId="e38dfbd2-27fd-462a-9548-27952768c015" providerId="ADAL" clId="{A0D3492D-6D79-49E8-ABBF-D84104AC7092}" dt="2026-02-16T15:36:29.515" v="1509" actId="1076"/>
        <pc:sldMkLst>
          <pc:docMk/>
          <pc:sldMk cId="2104454050" sldId="2147483095"/>
        </pc:sldMkLst>
        <pc:spChg chg="mod">
          <ac:chgData name="Souvik Sengupta" userId="e38dfbd2-27fd-462a-9548-27952768c015" providerId="ADAL" clId="{A0D3492D-6D79-49E8-ABBF-D84104AC7092}" dt="2026-02-16T15:36:29.515" v="1509" actId="1076"/>
          <ac:spMkLst>
            <pc:docMk/>
            <pc:sldMk cId="2104454050" sldId="2147483095"/>
            <ac:spMk id="3" creationId="{1F302CDE-7E84-A885-31BF-C4AA8A622E6E}"/>
          </ac:spMkLst>
        </pc:spChg>
      </pc:sldChg>
      <pc:sldChg chg="addSp delSp modSp mod">
        <pc:chgData name="Souvik Sengupta" userId="e38dfbd2-27fd-462a-9548-27952768c015" providerId="ADAL" clId="{A0D3492D-6D79-49E8-ABBF-D84104AC7092}" dt="2026-02-16T13:30:18.569" v="1386" actId="20577"/>
        <pc:sldMkLst>
          <pc:docMk/>
          <pc:sldMk cId="1331551627" sldId="2147483136"/>
        </pc:sldMkLst>
        <pc:spChg chg="mod">
          <ac:chgData name="Souvik Sengupta" userId="e38dfbd2-27fd-462a-9548-27952768c015" providerId="ADAL" clId="{A0D3492D-6D79-49E8-ABBF-D84104AC7092}" dt="2026-02-16T13:30:18.569" v="1386" actId="20577"/>
          <ac:spMkLst>
            <pc:docMk/>
            <pc:sldMk cId="1331551627" sldId="2147483136"/>
            <ac:spMk id="7" creationId="{D95015B7-AACA-62A6-429C-4396BC21C038}"/>
          </ac:spMkLst>
        </pc:spChg>
      </pc:sldChg>
      <pc:sldChg chg="modSp mod">
        <pc:chgData name="Souvik Sengupta" userId="e38dfbd2-27fd-462a-9548-27952768c015" providerId="ADAL" clId="{A0D3492D-6D79-49E8-ABBF-D84104AC7092}" dt="2026-02-16T11:56:07.792" v="1075" actId="20577"/>
        <pc:sldMkLst>
          <pc:docMk/>
          <pc:sldMk cId="3141899097" sldId="2147483138"/>
        </pc:sldMkLst>
        <pc:spChg chg="mod">
          <ac:chgData name="Souvik Sengupta" userId="e38dfbd2-27fd-462a-9548-27952768c015" providerId="ADAL" clId="{A0D3492D-6D79-49E8-ABBF-D84104AC7092}" dt="2026-02-16T11:56:07.792" v="1075" actId="20577"/>
          <ac:spMkLst>
            <pc:docMk/>
            <pc:sldMk cId="3141899097" sldId="2147483138"/>
            <ac:spMk id="3" creationId="{E23F21CE-A524-E4F7-7C68-C1FE1BC49BDE}"/>
          </ac:spMkLst>
        </pc:spChg>
      </pc:sldChg>
      <pc:sldChg chg="modSp mod">
        <pc:chgData name="Souvik Sengupta" userId="e38dfbd2-27fd-462a-9548-27952768c015" providerId="ADAL" clId="{A0D3492D-6D79-49E8-ABBF-D84104AC7092}" dt="2026-02-16T11:59:42.088" v="1078"/>
        <pc:sldMkLst>
          <pc:docMk/>
          <pc:sldMk cId="1600937204" sldId="2147483165"/>
        </pc:sldMkLst>
        <pc:spChg chg="mod">
          <ac:chgData name="Souvik Sengupta" userId="e38dfbd2-27fd-462a-9548-27952768c015" providerId="ADAL" clId="{A0D3492D-6D79-49E8-ABBF-D84104AC7092}" dt="2026-02-16T11:59:42.088" v="1078"/>
          <ac:spMkLst>
            <pc:docMk/>
            <pc:sldMk cId="1600937204" sldId="2147483165"/>
            <ac:spMk id="11" creationId="{028A5321-1DF3-24C7-0B72-DE4226A531A8}"/>
          </ac:spMkLst>
        </pc:spChg>
        <pc:spChg chg="mod">
          <ac:chgData name="Souvik Sengupta" userId="e38dfbd2-27fd-462a-9548-27952768c015" providerId="ADAL" clId="{A0D3492D-6D79-49E8-ABBF-D84104AC7092}" dt="2026-02-16T11:58:29.223" v="1077"/>
          <ac:spMkLst>
            <pc:docMk/>
            <pc:sldMk cId="1600937204" sldId="2147483165"/>
            <ac:spMk id="14" creationId="{AEE8C918-DC91-09E2-BB17-94FE8AED0A1A}"/>
          </ac:spMkLst>
        </pc:spChg>
      </pc:sldChg>
      <pc:sldChg chg="modSp mod">
        <pc:chgData name="Souvik Sengupta" userId="e38dfbd2-27fd-462a-9548-27952768c015" providerId="ADAL" clId="{A0D3492D-6D79-49E8-ABBF-D84104AC7092}" dt="2026-02-16T14:59:20.518" v="1469" actId="20577"/>
        <pc:sldMkLst>
          <pc:docMk/>
          <pc:sldMk cId="1324459090" sldId="2147483224"/>
        </pc:sldMkLst>
        <pc:graphicFrameChg chg="modGraphic">
          <ac:chgData name="Souvik Sengupta" userId="e38dfbd2-27fd-462a-9548-27952768c015" providerId="ADAL" clId="{A0D3492D-6D79-49E8-ABBF-D84104AC7092}" dt="2026-02-16T14:59:20.518" v="1469" actId="20577"/>
          <ac:graphicFrameMkLst>
            <pc:docMk/>
            <pc:sldMk cId="1324459090" sldId="2147483224"/>
            <ac:graphicFrameMk id="8" creationId="{D7E72B33-0A16-43D8-77C3-B090EE217B03}"/>
          </ac:graphicFrameMkLst>
        </pc:graphicFrameChg>
      </pc:sldChg>
      <pc:sldChg chg="modSp mod">
        <pc:chgData name="Souvik Sengupta" userId="e38dfbd2-27fd-462a-9548-27952768c015" providerId="ADAL" clId="{A0D3492D-6D79-49E8-ABBF-D84104AC7092}" dt="2026-02-16T15:46:01.667" v="1613" actId="1035"/>
        <pc:sldMkLst>
          <pc:docMk/>
          <pc:sldMk cId="1747896452" sldId="2147483234"/>
        </pc:sldMkLst>
        <pc:graphicFrameChg chg="mod modGraphic">
          <ac:chgData name="Souvik Sengupta" userId="e38dfbd2-27fd-462a-9548-27952768c015" providerId="ADAL" clId="{A0D3492D-6D79-49E8-ABBF-D84104AC7092}" dt="2026-02-16T15:45:42.081" v="1604" actId="1035"/>
          <ac:graphicFrameMkLst>
            <pc:docMk/>
            <pc:sldMk cId="1747896452" sldId="2147483234"/>
            <ac:graphicFrameMk id="8" creationId="{F6361EE2-8ABC-B108-795F-2C77C69A5971}"/>
          </ac:graphicFrameMkLst>
        </pc:graphicFrameChg>
        <pc:graphicFrameChg chg="mod modGraphic">
          <ac:chgData name="Souvik Sengupta" userId="e38dfbd2-27fd-462a-9548-27952768c015" providerId="ADAL" clId="{A0D3492D-6D79-49E8-ABBF-D84104AC7092}" dt="2026-02-16T15:46:01.667" v="1613" actId="1035"/>
          <ac:graphicFrameMkLst>
            <pc:docMk/>
            <pc:sldMk cId="1747896452" sldId="2147483234"/>
            <ac:graphicFrameMk id="9" creationId="{00127AD9-A989-E2D4-D38C-C4F359C1B7E3}"/>
          </ac:graphicFrameMkLst>
        </pc:graphicFrameChg>
      </pc:sldChg>
      <pc:sldChg chg="modSp mod">
        <pc:chgData name="Souvik Sengupta" userId="e38dfbd2-27fd-462a-9548-27952768c015" providerId="ADAL" clId="{A0D3492D-6D79-49E8-ABBF-D84104AC7092}" dt="2026-02-16T15:37:00.381" v="1512" actId="1076"/>
        <pc:sldMkLst>
          <pc:docMk/>
          <pc:sldMk cId="2705208926" sldId="2147483235"/>
        </pc:sldMkLst>
        <pc:spChg chg="mod">
          <ac:chgData name="Souvik Sengupta" userId="e38dfbd2-27fd-462a-9548-27952768c015" providerId="ADAL" clId="{A0D3492D-6D79-49E8-ABBF-D84104AC7092}" dt="2026-02-16T15:36:55.057" v="1511" actId="1076"/>
          <ac:spMkLst>
            <pc:docMk/>
            <pc:sldMk cId="2705208926" sldId="2147483235"/>
            <ac:spMk id="3" creationId="{D06F463B-0E52-6DE0-89A2-867ACB669C1E}"/>
          </ac:spMkLst>
        </pc:spChg>
        <pc:graphicFrameChg chg="mod">
          <ac:chgData name="Souvik Sengupta" userId="e38dfbd2-27fd-462a-9548-27952768c015" providerId="ADAL" clId="{A0D3492D-6D79-49E8-ABBF-D84104AC7092}" dt="2026-02-16T15:37:00.381" v="1512" actId="1076"/>
          <ac:graphicFrameMkLst>
            <pc:docMk/>
            <pc:sldMk cId="2705208926" sldId="2147483235"/>
            <ac:graphicFrameMk id="5" creationId="{BFF9E08C-F3A1-C911-9DB3-5512CC15721F}"/>
          </ac:graphicFrameMkLst>
        </pc:graphicFrameChg>
      </pc:sldChg>
      <pc:sldChg chg="modSp mod">
        <pc:chgData name="Souvik Sengupta" userId="e38dfbd2-27fd-462a-9548-27952768c015" providerId="ADAL" clId="{A0D3492D-6D79-49E8-ABBF-D84104AC7092}" dt="2026-02-16T15:36:14.233" v="1507" actId="1076"/>
        <pc:sldMkLst>
          <pc:docMk/>
          <pc:sldMk cId="11468168" sldId="2147483237"/>
        </pc:sldMkLst>
        <pc:spChg chg="mod">
          <ac:chgData name="Souvik Sengupta" userId="e38dfbd2-27fd-462a-9548-27952768c015" providerId="ADAL" clId="{A0D3492D-6D79-49E8-ABBF-D84104AC7092}" dt="2026-02-16T15:36:14.233" v="1507" actId="1076"/>
          <ac:spMkLst>
            <pc:docMk/>
            <pc:sldMk cId="11468168" sldId="2147483237"/>
            <ac:spMk id="3" creationId="{2DB04B4C-A2B5-A123-FAFC-C0B2493028C2}"/>
          </ac:spMkLst>
        </pc:spChg>
        <pc:spChg chg="mod">
          <ac:chgData name="Souvik Sengupta" userId="e38dfbd2-27fd-462a-9548-27952768c015" providerId="ADAL" clId="{A0D3492D-6D79-49E8-ABBF-D84104AC7092}" dt="2026-02-16T15:36:10.012" v="1506" actId="1076"/>
          <ac:spMkLst>
            <pc:docMk/>
            <pc:sldMk cId="11468168" sldId="2147483237"/>
            <ac:spMk id="5" creationId="{AC6A2193-DC8A-FA20-42E5-91E13EFA19B5}"/>
          </ac:spMkLst>
        </pc:spChg>
      </pc:sldChg>
      <pc:sldChg chg="modSp mod">
        <pc:chgData name="Souvik Sengupta" userId="e38dfbd2-27fd-462a-9548-27952768c015" providerId="ADAL" clId="{A0D3492D-6D79-49E8-ABBF-D84104AC7092}" dt="2026-02-16T18:30:16.165" v="1696" actId="14100"/>
        <pc:sldMkLst>
          <pc:docMk/>
          <pc:sldMk cId="822236160" sldId="2147483309"/>
        </pc:sldMkLst>
        <pc:spChg chg="mod">
          <ac:chgData name="Souvik Sengupta" userId="e38dfbd2-27fd-462a-9548-27952768c015" providerId="ADAL" clId="{A0D3492D-6D79-49E8-ABBF-D84104AC7092}" dt="2026-02-16T17:56:13.173" v="1690" actId="14100"/>
          <ac:spMkLst>
            <pc:docMk/>
            <pc:sldMk cId="822236160" sldId="2147483309"/>
            <ac:spMk id="18" creationId="{423CD8B3-6D04-194A-C388-CF19940B9C99}"/>
          </ac:spMkLst>
        </pc:spChg>
        <pc:picChg chg="mod">
          <ac:chgData name="Souvik Sengupta" userId="e38dfbd2-27fd-462a-9548-27952768c015" providerId="ADAL" clId="{A0D3492D-6D79-49E8-ABBF-D84104AC7092}" dt="2026-02-16T18:30:16.165" v="1696" actId="14100"/>
          <ac:picMkLst>
            <pc:docMk/>
            <pc:sldMk cId="822236160" sldId="2147483309"/>
            <ac:picMk id="10" creationId="{88BFB18E-3A1D-C955-819A-6DDEE74EA9BD}"/>
          </ac:picMkLst>
        </pc:picChg>
      </pc:sldChg>
      <pc:sldChg chg="modSp mod">
        <pc:chgData name="Souvik Sengupta" userId="e38dfbd2-27fd-462a-9548-27952768c015" providerId="ADAL" clId="{A0D3492D-6D79-49E8-ABBF-D84104AC7092}" dt="2026-02-16T16:54:35.415" v="1642" actId="12788"/>
        <pc:sldMkLst>
          <pc:docMk/>
          <pc:sldMk cId="2538252414" sldId="2147483323"/>
        </pc:sldMkLst>
      </pc:sldChg>
      <pc:sldChg chg="modSp add mod">
        <pc:chgData name="Souvik Sengupta" userId="e38dfbd2-27fd-462a-9548-27952768c015" providerId="ADAL" clId="{A0D3492D-6D79-49E8-ABBF-D84104AC7092}" dt="2026-02-16T13:48:00.258" v="1389" actId="14826"/>
        <pc:sldMkLst>
          <pc:docMk/>
          <pc:sldMk cId="2732816846" sldId="2147483325"/>
        </pc:sldMkLst>
        <pc:picChg chg="mod">
          <ac:chgData name="Souvik Sengupta" userId="e38dfbd2-27fd-462a-9548-27952768c015" providerId="ADAL" clId="{A0D3492D-6D79-49E8-ABBF-D84104AC7092}" dt="2026-02-16T13:48:00.258" v="1389" actId="14826"/>
          <ac:picMkLst>
            <pc:docMk/>
            <pc:sldMk cId="2732816846" sldId="2147483325"/>
            <ac:picMk id="11" creationId="{DD21C729-7AE7-E8B5-4E7B-A44DE1BBBC83}"/>
          </ac:picMkLst>
        </pc:picChg>
      </pc:sldChg>
      <pc:sldChg chg="addSp delSp modSp add mod">
        <pc:chgData name="Souvik Sengupta" userId="e38dfbd2-27fd-462a-9548-27952768c015" providerId="ADAL" clId="{A0D3492D-6D79-49E8-ABBF-D84104AC7092}" dt="2026-02-16T13:13:38.567" v="1293" actId="20577"/>
        <pc:sldMkLst>
          <pc:docMk/>
          <pc:sldMk cId="3644315755" sldId="2147483326"/>
        </pc:sldMkLst>
        <pc:graphicFrameChg chg="add mod">
          <ac:chgData name="Souvik Sengupta" userId="e38dfbd2-27fd-462a-9548-27952768c015" providerId="ADAL" clId="{A0D3492D-6D79-49E8-ABBF-D84104AC7092}" dt="2026-02-16T12:02:11.307" v="1087"/>
          <ac:graphicFrameMkLst>
            <pc:docMk/>
            <pc:sldMk cId="3644315755" sldId="2147483326"/>
            <ac:graphicFrameMk id="2" creationId="{CBA5D095-7896-C62B-5F67-8086BCD1B1E5}"/>
          </ac:graphicFrameMkLst>
        </pc:graphicFrameChg>
        <pc:graphicFrameChg chg="mod modGraphic">
          <ac:chgData name="Souvik Sengupta" userId="e38dfbd2-27fd-462a-9548-27952768c015" providerId="ADAL" clId="{A0D3492D-6D79-49E8-ABBF-D84104AC7092}" dt="2026-02-16T13:13:38.567" v="1293" actId="20577"/>
          <ac:graphicFrameMkLst>
            <pc:docMk/>
            <pc:sldMk cId="3644315755" sldId="2147483326"/>
            <ac:graphicFrameMk id="5" creationId="{B3452FDB-09A1-0163-D057-76BFC4E46A99}"/>
          </ac:graphicFrameMkLst>
        </pc:graphicFrameChg>
      </pc:sldChg>
      <pc:sldChg chg="modSp mod">
        <pc:chgData name="Souvik Sengupta" userId="e38dfbd2-27fd-462a-9548-27952768c015" providerId="ADAL" clId="{A0D3492D-6D79-49E8-ABBF-D84104AC7092}" dt="2026-02-16T15:38:16.043" v="1553" actId="1036"/>
        <pc:sldMkLst>
          <pc:docMk/>
          <pc:sldMk cId="1740303211" sldId="2147483329"/>
        </pc:sldMkLst>
        <pc:spChg chg="mod">
          <ac:chgData name="Souvik Sengupta" userId="e38dfbd2-27fd-462a-9548-27952768c015" providerId="ADAL" clId="{A0D3492D-6D79-49E8-ABBF-D84104AC7092}" dt="2026-02-16T15:38:16.043" v="1553" actId="1036"/>
          <ac:spMkLst>
            <pc:docMk/>
            <pc:sldMk cId="1740303211" sldId="2147483329"/>
            <ac:spMk id="10" creationId="{9A3FAA92-7376-F894-EA5D-92776237A308}"/>
          </ac:spMkLst>
        </pc:spChg>
        <pc:spChg chg="mod">
          <ac:chgData name="Souvik Sengupta" userId="e38dfbd2-27fd-462a-9548-27952768c015" providerId="ADAL" clId="{A0D3492D-6D79-49E8-ABBF-D84104AC7092}" dt="2026-02-16T15:37:38.136" v="1524" actId="1036"/>
          <ac:spMkLst>
            <pc:docMk/>
            <pc:sldMk cId="1740303211" sldId="2147483329"/>
            <ac:spMk id="11" creationId="{CA8BC6DD-AC62-AF6A-3FF6-54D67CC2B09B}"/>
          </ac:spMkLst>
        </pc:spChg>
        <pc:graphicFrameChg chg="mod modGraphic">
          <ac:chgData name="Souvik Sengupta" userId="e38dfbd2-27fd-462a-9548-27952768c015" providerId="ADAL" clId="{A0D3492D-6D79-49E8-ABBF-D84104AC7092}" dt="2026-02-16T15:38:16.043" v="1553" actId="1036"/>
          <ac:graphicFrameMkLst>
            <pc:docMk/>
            <pc:sldMk cId="1740303211" sldId="2147483329"/>
            <ac:graphicFrameMk id="4" creationId="{35431628-F8B4-5F2F-AEAA-438C94D67823}"/>
          </ac:graphicFrameMkLst>
        </pc:graphicFrameChg>
        <pc:graphicFrameChg chg="mod modGraphic">
          <ac:chgData name="Souvik Sengupta" userId="e38dfbd2-27fd-462a-9548-27952768c015" providerId="ADAL" clId="{A0D3492D-6D79-49E8-ABBF-D84104AC7092}" dt="2026-02-16T15:37:38.136" v="1524" actId="1036"/>
          <ac:graphicFrameMkLst>
            <pc:docMk/>
            <pc:sldMk cId="1740303211" sldId="2147483329"/>
            <ac:graphicFrameMk id="5" creationId="{19B72AC4-9F1C-B84F-10E2-74E37E9FC475}"/>
          </ac:graphicFrameMkLst>
        </pc:graphicFrameChg>
      </pc:sldChg>
      <pc:sldChg chg="addSp delSp modSp mod modClrScheme chgLayout">
        <pc:chgData name="Souvik Sengupta" userId="e38dfbd2-27fd-462a-9548-27952768c015" providerId="ADAL" clId="{A0D3492D-6D79-49E8-ABBF-D84104AC7092}" dt="2026-02-16T16:34:30.180" v="1630" actId="14826"/>
        <pc:sldMkLst>
          <pc:docMk/>
          <pc:sldMk cId="4028828826" sldId="2147483330"/>
        </pc:sldMkLst>
        <pc:picChg chg="mod">
          <ac:chgData name="Souvik Sengupta" userId="e38dfbd2-27fd-462a-9548-27952768c015" providerId="ADAL" clId="{A0D3492D-6D79-49E8-ABBF-D84104AC7092}" dt="2026-02-16T16:34:30.180" v="1630" actId="14826"/>
          <ac:picMkLst>
            <pc:docMk/>
            <pc:sldMk cId="4028828826" sldId="2147483330"/>
            <ac:picMk id="17" creationId="{6FBC9180-553F-D235-664F-897D9C42DA4D}"/>
          </ac:picMkLst>
        </pc:picChg>
      </pc:sldChg>
      <pc:sldChg chg="modSp add mod">
        <pc:chgData name="Souvik Sengupta" userId="e38dfbd2-27fd-462a-9548-27952768c015" providerId="ADAL" clId="{A0D3492D-6D79-49E8-ABBF-D84104AC7092}" dt="2026-02-16T11:47:29.965" v="1070" actId="20577"/>
        <pc:sldMkLst>
          <pc:docMk/>
          <pc:sldMk cId="1280136309" sldId="2147483333"/>
        </pc:sldMkLst>
        <pc:graphicFrameChg chg="mod modGraphic">
          <ac:chgData name="Souvik Sengupta" userId="e38dfbd2-27fd-462a-9548-27952768c015" providerId="ADAL" clId="{A0D3492D-6D79-49E8-ABBF-D84104AC7092}" dt="2026-02-16T11:47:29.965" v="1070" actId="20577"/>
          <ac:graphicFrameMkLst>
            <pc:docMk/>
            <pc:sldMk cId="1280136309" sldId="2147483333"/>
            <ac:graphicFrameMk id="5" creationId="{3008F1E3-B3C4-E3BE-5209-B4BD62871E53}"/>
          </ac:graphicFrameMkLst>
        </pc:graphicFrameChg>
      </pc:sldChg>
      <pc:sldChg chg="addSp delSp modSp mod">
        <pc:chgData name="Souvik Sengupta" userId="e38dfbd2-27fd-462a-9548-27952768c015" providerId="ADAL" clId="{A0D3492D-6D79-49E8-ABBF-D84104AC7092}" dt="2026-02-16T14:19:30.359" v="1451" actId="20577"/>
        <pc:sldMkLst>
          <pc:docMk/>
          <pc:sldMk cId="2180212475" sldId="2147483338"/>
        </pc:sldMkLst>
        <pc:graphicFrameChg chg="mod modGraphic">
          <ac:chgData name="Souvik Sengupta" userId="e38dfbd2-27fd-462a-9548-27952768c015" providerId="ADAL" clId="{A0D3492D-6D79-49E8-ABBF-D84104AC7092}" dt="2026-02-16T14:19:30.359" v="1451" actId="20577"/>
          <ac:graphicFrameMkLst>
            <pc:docMk/>
            <pc:sldMk cId="2180212475" sldId="2147483338"/>
            <ac:graphicFrameMk id="4" creationId="{74EA8422-480F-FAED-7B09-E9BB26C9DDC5}"/>
          </ac:graphicFrameMkLst>
        </pc:graphicFrameChg>
        <pc:graphicFrameChg chg="add mod">
          <ac:chgData name="Souvik Sengupta" userId="e38dfbd2-27fd-462a-9548-27952768c015" providerId="ADAL" clId="{A0D3492D-6D79-49E8-ABBF-D84104AC7092}" dt="2026-02-16T12:03:43.531" v="1107"/>
          <ac:graphicFrameMkLst>
            <pc:docMk/>
            <pc:sldMk cId="2180212475" sldId="2147483338"/>
            <ac:graphicFrameMk id="7" creationId="{627CC19C-B9A9-5110-0012-EC147FBC3F4E}"/>
          </ac:graphicFrameMkLst>
        </pc:graphicFrameChg>
      </pc:sldChg>
      <pc:sldChg chg="modSp add mod">
        <pc:chgData name="Souvik Sengupta" userId="e38dfbd2-27fd-462a-9548-27952768c015" providerId="ADAL" clId="{A0D3492D-6D79-49E8-ABBF-D84104AC7092}" dt="2026-02-16T17:54:14.128" v="1688" actId="368"/>
        <pc:sldMkLst>
          <pc:docMk/>
          <pc:sldMk cId="2635077105" sldId="2147483340"/>
        </pc:sldMkLst>
        <pc:graphicFrameChg chg="mod modGraphic">
          <ac:chgData name="Souvik Sengupta" userId="e38dfbd2-27fd-462a-9548-27952768c015" providerId="ADAL" clId="{A0D3492D-6D79-49E8-ABBF-D84104AC7092}" dt="2026-02-16T17:54:14.128" v="1688" actId="368"/>
          <ac:graphicFrameMkLst>
            <pc:docMk/>
            <pc:sldMk cId="2635077105" sldId="2147483340"/>
            <ac:graphicFrameMk id="4" creationId="{11B1C58A-124D-A6DD-2DAA-D96B11E8AC81}"/>
          </ac:graphicFrameMkLst>
        </pc:graphicFrameChg>
        <pc:graphicFrameChg chg="mod modGraphic">
          <ac:chgData name="Souvik Sengupta" userId="e38dfbd2-27fd-462a-9548-27952768c015" providerId="ADAL" clId="{A0D3492D-6D79-49E8-ABBF-D84104AC7092}" dt="2026-02-16T15:05:29.292" v="1504" actId="6549"/>
          <ac:graphicFrameMkLst>
            <pc:docMk/>
            <pc:sldMk cId="2635077105" sldId="2147483340"/>
            <ac:graphicFrameMk id="5" creationId="{06229474-15DA-AFEA-66EA-877204331B2F}"/>
          </ac:graphicFrameMkLst>
        </pc:graphicFrameChg>
      </pc:sldChg>
    </pc:docChg>
  </pc:docChgLst>
  <pc:docChgLst>
    <pc:chgData name="Arindrajit Sarkar" userId="S::arindrajit.sarkar@defra.gov.uk::f369fba2-ee93-4d90-b66f-feed31385bff" providerId="AD" clId="Web-{3076D743-C234-15C2-B9AF-4B94B776ACC0}"/>
    <pc:docChg chg="modSld">
      <pc:chgData name="Arindrajit Sarkar" userId="S::arindrajit.sarkar@defra.gov.uk::f369fba2-ee93-4d90-b66f-feed31385bff" providerId="AD" clId="Web-{3076D743-C234-15C2-B9AF-4B94B776ACC0}" dt="2026-03-02T18:48:18.300" v="17" actId="1076"/>
      <pc:docMkLst>
        <pc:docMk/>
      </pc:docMkLst>
      <pc:sldChg chg="modSp">
        <pc:chgData name="Arindrajit Sarkar" userId="S::arindrajit.sarkar@defra.gov.uk::f369fba2-ee93-4d90-b66f-feed31385bff" providerId="AD" clId="Web-{3076D743-C234-15C2-B9AF-4B94B776ACC0}" dt="2026-03-02T18:48:18.300" v="17" actId="1076"/>
        <pc:sldMkLst>
          <pc:docMk/>
          <pc:sldMk cId="2635077105" sldId="2147483340"/>
        </pc:sldMkLst>
        <pc:graphicFrameChg chg="modGraphic">
          <ac:chgData name="Arindrajit Sarkar" userId="S::arindrajit.sarkar@defra.gov.uk::f369fba2-ee93-4d90-b66f-feed31385bff" providerId="AD" clId="Web-{3076D743-C234-15C2-B9AF-4B94B776ACC0}" dt="2026-03-02T18:48:08.565" v="16"/>
          <ac:graphicFrameMkLst>
            <pc:docMk/>
            <pc:sldMk cId="2635077105" sldId="2147483340"/>
            <ac:graphicFrameMk id="4" creationId="{11B1C58A-124D-A6DD-2DAA-D96B11E8AC81}"/>
          </ac:graphicFrameMkLst>
        </pc:graphicFrameChg>
        <pc:graphicFrameChg chg="mod modGraphic">
          <ac:chgData name="Arindrajit Sarkar" userId="S::arindrajit.sarkar@defra.gov.uk::f369fba2-ee93-4d90-b66f-feed31385bff" providerId="AD" clId="Web-{3076D743-C234-15C2-B9AF-4B94B776ACC0}" dt="2026-03-02T18:48:18.300" v="17" actId="1076"/>
          <ac:graphicFrameMkLst>
            <pc:docMk/>
            <pc:sldMk cId="2635077105" sldId="2147483340"/>
            <ac:graphicFrameMk id="5" creationId="{06229474-15DA-AFEA-66EA-877204331B2F}"/>
          </ac:graphicFrameMkLst>
        </pc:graphicFrameChg>
      </pc:sldChg>
    </pc:docChg>
  </pc:docChgLst>
  <pc:docChgLst>
    <pc:chgData name="Narasimha Sanagaram" userId="S::narasimha.sanagaram@defra.gov.uk::d2756e5d-d83e-4b2e-8968-8bd0cfccec12" providerId="AD" clId="Web-{A58166E4-E9F4-4CE5-AC2C-258E8E054A8E}"/>
    <pc:docChg chg="modSld">
      <pc:chgData name="Narasimha Sanagaram" userId="S::narasimha.sanagaram@defra.gov.uk::d2756e5d-d83e-4b2e-8968-8bd0cfccec12" providerId="AD" clId="Web-{A58166E4-E9F4-4CE5-AC2C-258E8E054A8E}" dt="2026-02-16T12:03:45.449" v="82"/>
      <pc:docMkLst>
        <pc:docMk/>
      </pc:docMkLst>
      <pc:sldChg chg="addSp delSp modSp">
        <pc:chgData name="Narasimha Sanagaram" userId="S::narasimha.sanagaram@defra.gov.uk::d2756e5d-d83e-4b2e-8968-8bd0cfccec12" providerId="AD" clId="Web-{A58166E4-E9F4-4CE5-AC2C-258E8E054A8E}" dt="2026-02-16T11:16:13.228" v="59"/>
        <pc:sldMkLst>
          <pc:docMk/>
          <pc:sldMk cId="2104454050" sldId="2147483095"/>
        </pc:sldMkLst>
        <pc:graphicFrameChg chg="mod modGraphic">
          <ac:chgData name="Narasimha Sanagaram" userId="S::narasimha.sanagaram@defra.gov.uk::d2756e5d-d83e-4b2e-8968-8bd0cfccec12" providerId="AD" clId="Web-{A58166E4-E9F4-4CE5-AC2C-258E8E054A8E}" dt="2026-02-16T11:16:13.228" v="59"/>
          <ac:graphicFrameMkLst>
            <pc:docMk/>
            <pc:sldMk cId="2104454050" sldId="2147483095"/>
            <ac:graphicFrameMk id="4" creationId="{C6BB3321-AC41-A79B-4196-2C990166E332}"/>
          </ac:graphicFrameMkLst>
        </pc:graphicFrameChg>
      </pc:sldChg>
      <pc:sldChg chg="addSp delSp modSp">
        <pc:chgData name="Narasimha Sanagaram" userId="S::narasimha.sanagaram@defra.gov.uk::d2756e5d-d83e-4b2e-8968-8bd0cfccec12" providerId="AD" clId="Web-{A58166E4-E9F4-4CE5-AC2C-258E8E054A8E}" dt="2026-02-16T11:16:26.478" v="61"/>
        <pc:sldMkLst>
          <pc:docMk/>
          <pc:sldMk cId="2705208926" sldId="2147483235"/>
        </pc:sldMkLst>
        <pc:graphicFrameChg chg="add mod">
          <ac:chgData name="Narasimha Sanagaram" userId="S::narasimha.sanagaram@defra.gov.uk::d2756e5d-d83e-4b2e-8968-8bd0cfccec12" providerId="AD" clId="Web-{A58166E4-E9F4-4CE5-AC2C-258E8E054A8E}" dt="2026-02-16T11:16:26.478" v="61"/>
          <ac:graphicFrameMkLst>
            <pc:docMk/>
            <pc:sldMk cId="2705208926" sldId="2147483235"/>
            <ac:graphicFrameMk id="5" creationId="{BFF9E08C-F3A1-C911-9DB3-5512CC15721F}"/>
          </ac:graphicFrameMkLst>
        </pc:graphicFrameChg>
      </pc:sldChg>
      <pc:sldChg chg="modSp">
        <pc:chgData name="Narasimha Sanagaram" userId="S::narasimha.sanagaram@defra.gov.uk::d2756e5d-d83e-4b2e-8968-8bd0cfccec12" providerId="AD" clId="Web-{A58166E4-E9F4-4CE5-AC2C-258E8E054A8E}" dt="2026-02-16T12:03:45.449" v="82"/>
        <pc:sldMkLst>
          <pc:docMk/>
          <pc:sldMk cId="11468168" sldId="2147483237"/>
        </pc:sldMkLst>
        <pc:graphicFrameChg chg="mod modGraphic">
          <ac:chgData name="Narasimha Sanagaram" userId="S::narasimha.sanagaram@defra.gov.uk::d2756e5d-d83e-4b2e-8968-8bd0cfccec12" providerId="AD" clId="Web-{A58166E4-E9F4-4CE5-AC2C-258E8E054A8E}" dt="2026-02-16T12:03:45.449" v="82"/>
          <ac:graphicFrameMkLst>
            <pc:docMk/>
            <pc:sldMk cId="11468168" sldId="2147483237"/>
            <ac:graphicFrameMk id="2" creationId="{3F11101D-739D-46AE-FFD9-B77BF4601F48}"/>
          </ac:graphicFrameMkLst>
        </pc:graphicFrameChg>
        <pc:graphicFrameChg chg="mod modGraphic">
          <ac:chgData name="Narasimha Sanagaram" userId="S::narasimha.sanagaram@defra.gov.uk::d2756e5d-d83e-4b2e-8968-8bd0cfccec12" providerId="AD" clId="Web-{A58166E4-E9F4-4CE5-AC2C-258E8E054A8E}" dt="2026-02-16T12:02:22.597" v="73"/>
          <ac:graphicFrameMkLst>
            <pc:docMk/>
            <pc:sldMk cId="11468168" sldId="2147483237"/>
            <ac:graphicFrameMk id="4" creationId="{B750C890-C2B7-B0F9-AEAB-7B02C4935528}"/>
          </ac:graphicFrameMkLst>
        </pc:graphicFrameChg>
      </pc:sldChg>
    </pc:docChg>
  </pc:docChgLst>
  <pc:docChgLst>
    <pc:chgData name="Souvik Sengupta" userId="e38dfbd2-27fd-462a-9548-27952768c015" providerId="ADAL" clId="{0E610BB5-430C-44DB-BD5C-726E8FC9D5EE}"/>
    <pc:docChg chg="undo custSel modSld">
      <pc:chgData name="Souvik Sengupta" userId="e38dfbd2-27fd-462a-9548-27952768c015" providerId="ADAL" clId="{0E610BB5-430C-44DB-BD5C-726E8FC9D5EE}" dt="2026-03-12T15:42:05.662" v="39" actId="20577"/>
      <pc:docMkLst>
        <pc:docMk/>
      </pc:docMkLst>
      <pc:sldChg chg="modSp">
        <pc:chgData name="Souvik Sengupta" userId="e38dfbd2-27fd-462a-9548-27952768c015" providerId="ADAL" clId="{0E610BB5-430C-44DB-BD5C-726E8FC9D5EE}" dt="2026-02-20T09:41:51.523" v="1" actId="14826"/>
        <pc:sldMkLst>
          <pc:docMk/>
          <pc:sldMk cId="2732816846" sldId="2147483325"/>
        </pc:sldMkLst>
        <pc:picChg chg="mod">
          <ac:chgData name="Souvik Sengupta" userId="e38dfbd2-27fd-462a-9548-27952768c015" providerId="ADAL" clId="{0E610BB5-430C-44DB-BD5C-726E8FC9D5EE}" dt="2026-02-20T09:41:51.523" v="1" actId="14826"/>
          <ac:picMkLst>
            <pc:docMk/>
            <pc:sldMk cId="2732816846" sldId="2147483325"/>
            <ac:picMk id="11" creationId="{DD21C729-7AE7-E8B5-4E7B-A44DE1BBBC83}"/>
          </ac:picMkLst>
        </pc:picChg>
      </pc:sldChg>
      <pc:sldChg chg="modSp mod">
        <pc:chgData name="Souvik Sengupta" userId="e38dfbd2-27fd-462a-9548-27952768c015" providerId="ADAL" clId="{0E610BB5-430C-44DB-BD5C-726E8FC9D5EE}" dt="2026-03-12T15:42:05.662" v="39" actId="20577"/>
        <pc:sldMkLst>
          <pc:docMk/>
          <pc:sldMk cId="3990125704" sldId="2147483342"/>
        </pc:sldMkLst>
        <pc:graphicFrameChg chg="modGraphic">
          <ac:chgData name="Souvik Sengupta" userId="e38dfbd2-27fd-462a-9548-27952768c015" providerId="ADAL" clId="{0E610BB5-430C-44DB-BD5C-726E8FC9D5EE}" dt="2026-03-12T15:42:05.662" v="39" actId="20577"/>
          <ac:graphicFrameMkLst>
            <pc:docMk/>
            <pc:sldMk cId="3990125704" sldId="2147483342"/>
            <ac:graphicFrameMk id="7" creationId="{9BACC7EF-CCB0-96DE-E4C3-73D557EB96D0}"/>
          </ac:graphicFrameMkLst>
        </pc:graphicFrameChg>
      </pc:sldChg>
    </pc:docChg>
  </pc:docChgLst>
  <pc:docChgLst>
    <pc:chgData name="Arun Kumar AS" userId="1aa0aef9-a1ef-4ddf-81c6-c66503d1a805" providerId="ADAL" clId="{3F678B8E-F0F5-4ADD-8B02-625C9484CE10}"/>
    <pc:docChg chg="undo custSel addSld delSld modSld sldOrd addSection delSection modSection">
      <pc:chgData name="Arun Kumar AS" userId="1aa0aef9-a1ef-4ddf-81c6-c66503d1a805" providerId="ADAL" clId="{3F678B8E-F0F5-4ADD-8B02-625C9484CE10}" dt="2026-03-11T10:49:20.714" v="938" actId="20577"/>
      <pc:docMkLst>
        <pc:docMk/>
      </pc:docMkLst>
      <pc:sldChg chg="modSp mod">
        <pc:chgData name="Arun Kumar AS" userId="1aa0aef9-a1ef-4ddf-81c6-c66503d1a805" providerId="ADAL" clId="{3F678B8E-F0F5-4ADD-8B02-625C9484CE10}" dt="2026-03-02T19:02:14.361" v="891" actId="20577"/>
        <pc:sldMkLst>
          <pc:docMk/>
          <pc:sldMk cId="2609665074" sldId="2134804599"/>
        </pc:sldMkLst>
        <pc:spChg chg="mod">
          <ac:chgData name="Arun Kumar AS" userId="1aa0aef9-a1ef-4ddf-81c6-c66503d1a805" providerId="ADAL" clId="{3F678B8E-F0F5-4ADD-8B02-625C9484CE10}" dt="2026-03-02T19:02:14.361" v="891" actId="20577"/>
          <ac:spMkLst>
            <pc:docMk/>
            <pc:sldMk cId="2609665074" sldId="2134804599"/>
            <ac:spMk id="3" creationId="{120ADB2B-2EB9-4434-ACCA-1D1B83268203}"/>
          </ac:spMkLst>
        </pc:spChg>
      </pc:sldChg>
      <pc:sldChg chg="add modNotesTx">
        <pc:chgData name="Arun Kumar AS" userId="1aa0aef9-a1ef-4ddf-81c6-c66503d1a805" providerId="ADAL" clId="{3F678B8E-F0F5-4ADD-8B02-625C9484CE10}" dt="2026-02-18T16:18:41.336" v="613" actId="20577"/>
        <pc:sldMkLst>
          <pc:docMk/>
          <pc:sldMk cId="1906162411" sldId="2134804631"/>
        </pc:sldMkLst>
      </pc:sldChg>
      <pc:sldChg chg="addSp delSp modSp add del mod">
        <pc:chgData name="Arun Kumar AS" userId="1aa0aef9-a1ef-4ddf-81c6-c66503d1a805" providerId="ADAL" clId="{3F678B8E-F0F5-4ADD-8B02-625C9484CE10}" dt="2026-02-10T10:31:30.358" v="350" actId="1076"/>
        <pc:sldMkLst>
          <pc:docMk/>
          <pc:sldMk cId="1331551627" sldId="2147483136"/>
        </pc:sldMkLst>
        <pc:spChg chg="mod">
          <ac:chgData name="Arun Kumar AS" userId="1aa0aef9-a1ef-4ddf-81c6-c66503d1a805" providerId="ADAL" clId="{3F678B8E-F0F5-4ADD-8B02-625C9484CE10}" dt="2026-02-10T10:29:33.496" v="347"/>
          <ac:spMkLst>
            <pc:docMk/>
            <pc:sldMk cId="1331551627" sldId="2147483136"/>
            <ac:spMk id="7" creationId="{D95015B7-AACA-62A6-429C-4396BC21C038}"/>
          </ac:spMkLst>
        </pc:spChg>
      </pc:sldChg>
      <pc:sldChg chg="modSp mod">
        <pc:chgData name="Arun Kumar AS" userId="1aa0aef9-a1ef-4ddf-81c6-c66503d1a805" providerId="ADAL" clId="{3F678B8E-F0F5-4ADD-8B02-625C9484CE10}" dt="2026-02-18T13:21:47.175" v="598" actId="14100"/>
        <pc:sldMkLst>
          <pc:docMk/>
          <pc:sldMk cId="2123017833" sldId="2147483207"/>
        </pc:sldMkLst>
        <pc:spChg chg="mod">
          <ac:chgData name="Arun Kumar AS" userId="1aa0aef9-a1ef-4ddf-81c6-c66503d1a805" providerId="ADAL" clId="{3F678B8E-F0F5-4ADD-8B02-625C9484CE10}" dt="2026-02-18T13:21:47.175" v="598" actId="14100"/>
          <ac:spMkLst>
            <pc:docMk/>
            <pc:sldMk cId="2123017833" sldId="2147483207"/>
            <ac:spMk id="17" creationId="{84E5E476-54BC-E18A-6A41-A7773214066E}"/>
          </ac:spMkLst>
        </pc:spChg>
      </pc:sldChg>
      <pc:sldChg chg="modSp add del mod">
        <pc:chgData name="Arun Kumar AS" userId="1aa0aef9-a1ef-4ddf-81c6-c66503d1a805" providerId="ADAL" clId="{3F678B8E-F0F5-4ADD-8B02-625C9484CE10}" dt="2026-03-02T19:00:28.372" v="873" actId="20577"/>
        <pc:sldMkLst>
          <pc:docMk/>
          <pc:sldMk cId="3734306503" sldId="2147483216"/>
        </pc:sldMkLst>
        <pc:spChg chg="mod">
          <ac:chgData name="Arun Kumar AS" userId="1aa0aef9-a1ef-4ddf-81c6-c66503d1a805" providerId="ADAL" clId="{3F678B8E-F0F5-4ADD-8B02-625C9484CE10}" dt="2026-03-02T19:00:28.372" v="873" actId="20577"/>
          <ac:spMkLst>
            <pc:docMk/>
            <pc:sldMk cId="3734306503" sldId="2147483216"/>
            <ac:spMk id="8" creationId="{CCEBF2F2-30F4-4DB3-11C3-4D64891F1FAD}"/>
          </ac:spMkLst>
        </pc:spChg>
      </pc:sldChg>
      <pc:sldChg chg="modSp mod">
        <pc:chgData name="Arun Kumar AS" userId="1aa0aef9-a1ef-4ddf-81c6-c66503d1a805" providerId="ADAL" clId="{3F678B8E-F0F5-4ADD-8B02-625C9484CE10}" dt="2026-02-18T12:39:53.633" v="567"/>
        <pc:sldMkLst>
          <pc:docMk/>
          <pc:sldMk cId="1324459090" sldId="2147483224"/>
        </pc:sldMkLst>
        <pc:graphicFrameChg chg="modGraphic">
          <ac:chgData name="Arun Kumar AS" userId="1aa0aef9-a1ef-4ddf-81c6-c66503d1a805" providerId="ADAL" clId="{3F678B8E-F0F5-4ADD-8B02-625C9484CE10}" dt="2026-02-18T12:39:53.633" v="567"/>
          <ac:graphicFrameMkLst>
            <pc:docMk/>
            <pc:sldMk cId="1324459090" sldId="2147483224"/>
            <ac:graphicFrameMk id="8" creationId="{D7E72B33-0A16-43D8-77C3-B090EE217B03}"/>
          </ac:graphicFrameMkLst>
        </pc:graphicFrameChg>
      </pc:sldChg>
      <pc:sldChg chg="modSp mod">
        <pc:chgData name="Arun Kumar AS" userId="1aa0aef9-a1ef-4ddf-81c6-c66503d1a805" providerId="ADAL" clId="{3F678B8E-F0F5-4ADD-8B02-625C9484CE10}" dt="2026-02-18T12:41:00.309" v="585"/>
        <pc:sldMkLst>
          <pc:docMk/>
          <pc:sldMk cId="3984236979" sldId="2147483225"/>
        </pc:sldMkLst>
        <pc:graphicFrameChg chg="modGraphic">
          <ac:chgData name="Arun Kumar AS" userId="1aa0aef9-a1ef-4ddf-81c6-c66503d1a805" providerId="ADAL" clId="{3F678B8E-F0F5-4ADD-8B02-625C9484CE10}" dt="2026-02-18T12:41:00.309" v="585"/>
          <ac:graphicFrameMkLst>
            <pc:docMk/>
            <pc:sldMk cId="3984236979" sldId="2147483225"/>
            <ac:graphicFrameMk id="11" creationId="{EF74A2E6-F7BC-E065-21D6-B623366FA5F2}"/>
          </ac:graphicFrameMkLst>
        </pc:graphicFrameChg>
      </pc:sldChg>
      <pc:sldChg chg="modSp mod">
        <pc:chgData name="Arun Kumar AS" userId="1aa0aef9-a1ef-4ddf-81c6-c66503d1a805" providerId="ADAL" clId="{3F678B8E-F0F5-4ADD-8B02-625C9484CE10}" dt="2026-02-18T12:35:19.479" v="525" actId="2711"/>
        <pc:sldMkLst>
          <pc:docMk/>
          <pc:sldMk cId="3978979442" sldId="2147483226"/>
        </pc:sldMkLst>
        <pc:graphicFrameChg chg="modGraphic">
          <ac:chgData name="Arun Kumar AS" userId="1aa0aef9-a1ef-4ddf-81c6-c66503d1a805" providerId="ADAL" clId="{3F678B8E-F0F5-4ADD-8B02-625C9484CE10}" dt="2026-02-18T12:35:19.479" v="525" actId="2711"/>
          <ac:graphicFrameMkLst>
            <pc:docMk/>
            <pc:sldMk cId="3978979442" sldId="2147483226"/>
            <ac:graphicFrameMk id="8" creationId="{9AD75431-11E5-2A9B-B2C4-83D4FAE7C137}"/>
          </ac:graphicFrameMkLst>
        </pc:graphicFrameChg>
      </pc:sldChg>
      <pc:sldChg chg="addSp delSp modSp add del mod modNotesTx">
        <pc:chgData name="Arun Kumar AS" userId="1aa0aef9-a1ef-4ddf-81c6-c66503d1a805" providerId="ADAL" clId="{3F678B8E-F0F5-4ADD-8B02-625C9484CE10}" dt="2026-02-16T12:31:56.658" v="351" actId="20577"/>
        <pc:sldMkLst>
          <pc:docMk/>
          <pc:sldMk cId="822236160" sldId="2147483309"/>
        </pc:sldMkLst>
      </pc:sldChg>
      <pc:sldChg chg="modSp mod">
        <pc:chgData name="Arun Kumar AS" userId="1aa0aef9-a1ef-4ddf-81c6-c66503d1a805" providerId="ADAL" clId="{3F678B8E-F0F5-4ADD-8B02-625C9484CE10}" dt="2026-03-02T19:26:41.588" v="893"/>
        <pc:sldMkLst>
          <pc:docMk/>
          <pc:sldMk cId="3644315755" sldId="2147483326"/>
        </pc:sldMkLst>
        <pc:graphicFrameChg chg="mod modGraphic">
          <ac:chgData name="Arun Kumar AS" userId="1aa0aef9-a1ef-4ddf-81c6-c66503d1a805" providerId="ADAL" clId="{3F678B8E-F0F5-4ADD-8B02-625C9484CE10}" dt="2026-03-02T19:26:41.588" v="893"/>
          <ac:graphicFrameMkLst>
            <pc:docMk/>
            <pc:sldMk cId="3644315755" sldId="2147483326"/>
            <ac:graphicFrameMk id="5" creationId="{B3452FDB-09A1-0163-D057-76BFC4E46A99}"/>
          </ac:graphicFrameMkLst>
        </pc:graphicFrameChg>
      </pc:sldChg>
      <pc:sldChg chg="modSp mod">
        <pc:chgData name="Arun Kumar AS" userId="1aa0aef9-a1ef-4ddf-81c6-c66503d1a805" providerId="ADAL" clId="{3F678B8E-F0F5-4ADD-8B02-625C9484CE10}" dt="2026-02-18T12:33:41.870" v="521" actId="20577"/>
        <pc:sldMkLst>
          <pc:docMk/>
          <pc:sldMk cId="1874804410" sldId="2147483327"/>
        </pc:sldMkLst>
        <pc:graphicFrameChg chg="mod modGraphic">
          <ac:chgData name="Arun Kumar AS" userId="1aa0aef9-a1ef-4ddf-81c6-c66503d1a805" providerId="ADAL" clId="{3F678B8E-F0F5-4ADD-8B02-625C9484CE10}" dt="2026-02-18T12:33:41.870" v="521" actId="20577"/>
          <ac:graphicFrameMkLst>
            <pc:docMk/>
            <pc:sldMk cId="1874804410" sldId="2147483327"/>
            <ac:graphicFrameMk id="8" creationId="{C6B49765-7E34-C218-E9AE-086747E36771}"/>
          </ac:graphicFrameMkLst>
        </pc:graphicFrameChg>
      </pc:sldChg>
      <pc:sldChg chg="modSp">
        <pc:chgData name="Arun Kumar AS" userId="1aa0aef9-a1ef-4ddf-81c6-c66503d1a805" providerId="ADAL" clId="{3F678B8E-F0F5-4ADD-8B02-625C9484CE10}" dt="2026-03-09T17:16:46.868" v="933" actId="14826"/>
        <pc:sldMkLst>
          <pc:docMk/>
          <pc:sldMk cId="4028828826" sldId="2147483330"/>
        </pc:sldMkLst>
        <pc:picChg chg="mod">
          <ac:chgData name="Arun Kumar AS" userId="1aa0aef9-a1ef-4ddf-81c6-c66503d1a805" providerId="ADAL" clId="{3F678B8E-F0F5-4ADD-8B02-625C9484CE10}" dt="2026-03-09T17:16:46.868" v="933" actId="14826"/>
          <ac:picMkLst>
            <pc:docMk/>
            <pc:sldMk cId="4028828826" sldId="2147483330"/>
            <ac:picMk id="17" creationId="{6FBC9180-553F-D235-664F-897D9C42DA4D}"/>
          </ac:picMkLst>
        </pc:picChg>
      </pc:sldChg>
      <pc:sldChg chg="modSp mod">
        <pc:chgData name="Arun Kumar AS" userId="1aa0aef9-a1ef-4ddf-81c6-c66503d1a805" providerId="ADAL" clId="{3F678B8E-F0F5-4ADD-8B02-625C9484CE10}" dt="2026-03-02T19:00:00.297" v="868" actId="20577"/>
        <pc:sldMkLst>
          <pc:docMk/>
          <pc:sldMk cId="2497091573" sldId="2147483332"/>
        </pc:sldMkLst>
        <pc:spChg chg="mod">
          <ac:chgData name="Arun Kumar AS" userId="1aa0aef9-a1ef-4ddf-81c6-c66503d1a805" providerId="ADAL" clId="{3F678B8E-F0F5-4ADD-8B02-625C9484CE10}" dt="2026-03-02T19:00:00.297" v="868" actId="20577"/>
          <ac:spMkLst>
            <pc:docMk/>
            <pc:sldMk cId="2497091573" sldId="2147483332"/>
            <ac:spMk id="8" creationId="{460703FC-1F99-C145-9700-3B6BF12EF5DF}"/>
          </ac:spMkLst>
        </pc:spChg>
      </pc:sldChg>
      <pc:sldChg chg="modSp add mod modNotesTx">
        <pc:chgData name="Arun Kumar AS" userId="1aa0aef9-a1ef-4ddf-81c6-c66503d1a805" providerId="ADAL" clId="{3F678B8E-F0F5-4ADD-8B02-625C9484CE10}" dt="2026-03-09T16:07:32.495" v="900" actId="20577"/>
        <pc:sldMkLst>
          <pc:docMk/>
          <pc:sldMk cId="370891977" sldId="2147483335"/>
        </pc:sldMkLst>
        <pc:graphicFrameChg chg="mod modGraphic">
          <ac:chgData name="Arun Kumar AS" userId="1aa0aef9-a1ef-4ddf-81c6-c66503d1a805" providerId="ADAL" clId="{3F678B8E-F0F5-4ADD-8B02-625C9484CE10}" dt="2026-03-09T16:07:32.495" v="900" actId="20577"/>
          <ac:graphicFrameMkLst>
            <pc:docMk/>
            <pc:sldMk cId="370891977" sldId="2147483335"/>
            <ac:graphicFrameMk id="5" creationId="{06229474-15DA-AFEA-66EA-877204331B2F}"/>
          </ac:graphicFrameMkLst>
        </pc:graphicFrameChg>
      </pc:sldChg>
      <pc:sldChg chg="modSp add mod">
        <pc:chgData name="Arun Kumar AS" userId="1aa0aef9-a1ef-4ddf-81c6-c66503d1a805" providerId="ADAL" clId="{3F678B8E-F0F5-4ADD-8B02-625C9484CE10}" dt="2026-03-02T19:00:20.068" v="871" actId="20577"/>
        <pc:sldMkLst>
          <pc:docMk/>
          <pc:sldMk cId="2233320876" sldId="2147483337"/>
        </pc:sldMkLst>
        <pc:spChg chg="mod">
          <ac:chgData name="Arun Kumar AS" userId="1aa0aef9-a1ef-4ddf-81c6-c66503d1a805" providerId="ADAL" clId="{3F678B8E-F0F5-4ADD-8B02-625C9484CE10}" dt="2026-03-02T19:00:20.068" v="871" actId="20577"/>
          <ac:spMkLst>
            <pc:docMk/>
            <pc:sldMk cId="2233320876" sldId="2147483337"/>
            <ac:spMk id="8" creationId="{2D6677AC-1C7E-DA00-2496-2BF5EDAE7C14}"/>
          </ac:spMkLst>
        </pc:spChg>
      </pc:sldChg>
      <pc:sldChg chg="add modNotesTx">
        <pc:chgData name="Arun Kumar AS" userId="1aa0aef9-a1ef-4ddf-81c6-c66503d1a805" providerId="ADAL" clId="{3F678B8E-F0F5-4ADD-8B02-625C9484CE10}" dt="2026-02-18T16:18:18.062" v="611" actId="20577"/>
        <pc:sldMkLst>
          <pc:docMk/>
          <pc:sldMk cId="2180212475" sldId="2147483338"/>
        </pc:sldMkLst>
      </pc:sldChg>
      <pc:sldChg chg="modNotesTx">
        <pc:chgData name="Arun Kumar AS" userId="1aa0aef9-a1ef-4ddf-81c6-c66503d1a805" providerId="ADAL" clId="{3F678B8E-F0F5-4ADD-8B02-625C9484CE10}" dt="2026-02-18T16:18:30.543" v="612" actId="20577"/>
        <pc:sldMkLst>
          <pc:docMk/>
          <pc:sldMk cId="3864936068" sldId="2147483339"/>
        </pc:sldMkLst>
      </pc:sldChg>
      <pc:sldChg chg="modSp mod">
        <pc:chgData name="Arun Kumar AS" userId="1aa0aef9-a1ef-4ddf-81c6-c66503d1a805" providerId="ADAL" clId="{3F678B8E-F0F5-4ADD-8B02-625C9484CE10}" dt="2026-03-02T18:54:55.007" v="855" actId="1076"/>
        <pc:sldMkLst>
          <pc:docMk/>
          <pc:sldMk cId="2635077105" sldId="2147483340"/>
        </pc:sldMkLst>
        <pc:spChg chg="mod">
          <ac:chgData name="Arun Kumar AS" userId="1aa0aef9-a1ef-4ddf-81c6-c66503d1a805" providerId="ADAL" clId="{3F678B8E-F0F5-4ADD-8B02-625C9484CE10}" dt="2026-03-02T18:54:55.007" v="855" actId="1076"/>
          <ac:spMkLst>
            <pc:docMk/>
            <pc:sldMk cId="2635077105" sldId="2147483340"/>
            <ac:spMk id="3" creationId="{B206989F-B954-5CC8-2C97-A4D7CE5F4316}"/>
          </ac:spMkLst>
        </pc:spChg>
        <pc:graphicFrameChg chg="modGraphic">
          <ac:chgData name="Arun Kumar AS" userId="1aa0aef9-a1ef-4ddf-81c6-c66503d1a805" providerId="ADAL" clId="{3F678B8E-F0F5-4ADD-8B02-625C9484CE10}" dt="2026-02-16T15:31:11.008" v="507" actId="20577"/>
          <ac:graphicFrameMkLst>
            <pc:docMk/>
            <pc:sldMk cId="2635077105" sldId="2147483340"/>
            <ac:graphicFrameMk id="4" creationId="{11B1C58A-124D-A6DD-2DAA-D96B11E8AC81}"/>
          </ac:graphicFrameMkLst>
        </pc:graphicFrameChg>
        <pc:graphicFrameChg chg="mod modGraphic">
          <ac:chgData name="Arun Kumar AS" userId="1aa0aef9-a1ef-4ddf-81c6-c66503d1a805" providerId="ADAL" clId="{3F678B8E-F0F5-4ADD-8B02-625C9484CE10}" dt="2026-03-02T18:54:50.545" v="854" actId="1076"/>
          <ac:graphicFrameMkLst>
            <pc:docMk/>
            <pc:sldMk cId="2635077105" sldId="2147483340"/>
            <ac:graphicFrameMk id="5" creationId="{06229474-15DA-AFEA-66EA-877204331B2F}"/>
          </ac:graphicFrameMkLst>
        </pc:graphicFrameChg>
      </pc:sldChg>
      <pc:sldChg chg="addSp delSp modSp add mod modNotesTx">
        <pc:chgData name="Arun Kumar AS" userId="1aa0aef9-a1ef-4ddf-81c6-c66503d1a805" providerId="ADAL" clId="{3F678B8E-F0F5-4ADD-8B02-625C9484CE10}" dt="2026-02-18T18:17:43.078" v="834" actId="20577"/>
        <pc:sldMkLst>
          <pc:docMk/>
          <pc:sldMk cId="3562359655" sldId="2147483341"/>
        </pc:sldMkLst>
        <pc:spChg chg="mod">
          <ac:chgData name="Arun Kumar AS" userId="1aa0aef9-a1ef-4ddf-81c6-c66503d1a805" providerId="ADAL" clId="{3F678B8E-F0F5-4ADD-8B02-625C9484CE10}" dt="2026-02-18T17:24:20.941" v="743" actId="313"/>
          <ac:spMkLst>
            <pc:docMk/>
            <pc:sldMk cId="3562359655" sldId="2147483341"/>
            <ac:spMk id="2" creationId="{C11D41D5-9C5E-D847-8D73-696334D43715}"/>
          </ac:spMkLst>
        </pc:spChg>
        <pc:spChg chg="mod">
          <ac:chgData name="Arun Kumar AS" userId="1aa0aef9-a1ef-4ddf-81c6-c66503d1a805" providerId="ADAL" clId="{3F678B8E-F0F5-4ADD-8B02-625C9484CE10}" dt="2026-02-18T16:23:28.976" v="651" actId="1076"/>
          <ac:spMkLst>
            <pc:docMk/>
            <pc:sldMk cId="3562359655" sldId="2147483341"/>
            <ac:spMk id="3" creationId="{6AF68169-933E-856E-84E3-13698264452D}"/>
          </ac:spMkLst>
        </pc:spChg>
        <pc:spChg chg="add mod">
          <ac:chgData name="Arun Kumar AS" userId="1aa0aef9-a1ef-4ddf-81c6-c66503d1a805" providerId="ADAL" clId="{3F678B8E-F0F5-4ADD-8B02-625C9484CE10}" dt="2026-02-18T16:27:04.346" v="672" actId="1076"/>
          <ac:spMkLst>
            <pc:docMk/>
            <pc:sldMk cId="3562359655" sldId="2147483341"/>
            <ac:spMk id="5" creationId="{EBB86773-EB5C-87F4-EB84-D4BA70BCBDE4}"/>
          </ac:spMkLst>
        </pc:spChg>
        <pc:graphicFrameChg chg="mod modGraphic">
          <ac:chgData name="Arun Kumar AS" userId="1aa0aef9-a1ef-4ddf-81c6-c66503d1a805" providerId="ADAL" clId="{3F678B8E-F0F5-4ADD-8B02-625C9484CE10}" dt="2026-02-18T18:17:43.078" v="834" actId="20577"/>
          <ac:graphicFrameMkLst>
            <pc:docMk/>
            <pc:sldMk cId="3562359655" sldId="2147483341"/>
            <ac:graphicFrameMk id="4" creationId="{EB6A257B-9188-4FB4-2253-D424F0C7D880}"/>
          </ac:graphicFrameMkLst>
        </pc:graphicFrameChg>
        <pc:graphicFrameChg chg="add mod modGraphic">
          <ac:chgData name="Arun Kumar AS" userId="1aa0aef9-a1ef-4ddf-81c6-c66503d1a805" providerId="ADAL" clId="{3F678B8E-F0F5-4ADD-8B02-625C9484CE10}" dt="2026-02-18T17:48:33.628" v="804"/>
          <ac:graphicFrameMkLst>
            <pc:docMk/>
            <pc:sldMk cId="3562359655" sldId="2147483341"/>
            <ac:graphicFrameMk id="6" creationId="{64261672-C3A3-22C3-0EB7-BCCDFAA956E1}"/>
          </ac:graphicFrameMkLst>
        </pc:graphicFrameChg>
      </pc:sldChg>
      <pc:sldChg chg="modSp add mod">
        <pc:chgData name="Arun Kumar AS" userId="1aa0aef9-a1ef-4ddf-81c6-c66503d1a805" providerId="ADAL" clId="{3F678B8E-F0F5-4ADD-8B02-625C9484CE10}" dt="2026-03-11T10:49:20.714" v="938" actId="20577"/>
        <pc:sldMkLst>
          <pc:docMk/>
          <pc:sldMk cId="3990125704" sldId="2147483342"/>
        </pc:sldMkLst>
        <pc:graphicFrameChg chg="modGraphic">
          <ac:chgData name="Arun Kumar AS" userId="1aa0aef9-a1ef-4ddf-81c6-c66503d1a805" providerId="ADAL" clId="{3F678B8E-F0F5-4ADD-8B02-625C9484CE10}" dt="2026-03-11T10:49:20.714" v="938" actId="20577"/>
          <ac:graphicFrameMkLst>
            <pc:docMk/>
            <pc:sldMk cId="3990125704" sldId="2147483342"/>
            <ac:graphicFrameMk id="7" creationId="{9BACC7EF-CCB0-96DE-E4C3-73D557EB96D0}"/>
          </ac:graphicFrameMkLst>
        </pc:graphicFrameChg>
      </pc:sldChg>
      <pc:sldChg chg="add">
        <pc:chgData name="Arun Kumar AS" userId="1aa0aef9-a1ef-4ddf-81c6-c66503d1a805" providerId="ADAL" clId="{3F678B8E-F0F5-4ADD-8B02-625C9484CE10}" dt="2026-03-02T18:59:41.656" v="865"/>
        <pc:sldMkLst>
          <pc:docMk/>
          <pc:sldMk cId="1326709968" sldId="2147483344"/>
        </pc:sldMkLst>
      </pc:sldChg>
    </pc:docChg>
  </pc:docChgLst>
  <pc:docChgLst>
    <pc:chgData name="Gunjan Arya" userId="S::gunjan.arya@defra.gov.uk::e1fd972a-1e41-4184-9796-040d18cbeed5" providerId="AD" clId="Web-{5FE728C4-1EA1-8FFF-7857-1E88355F1C14}"/>
    <pc:docChg chg="modSld">
      <pc:chgData name="Gunjan Arya" userId="S::gunjan.arya@defra.gov.uk::e1fd972a-1e41-4184-9796-040d18cbeed5" providerId="AD" clId="Web-{5FE728C4-1EA1-8FFF-7857-1E88355F1C14}" dt="2026-02-18T11:35:32.574" v="50"/>
      <pc:docMkLst>
        <pc:docMk/>
      </pc:docMkLst>
      <pc:sldChg chg="modSp">
        <pc:chgData name="Gunjan Arya" userId="S::gunjan.arya@defra.gov.uk::e1fd972a-1e41-4184-9796-040d18cbeed5" providerId="AD" clId="Web-{5FE728C4-1EA1-8FFF-7857-1E88355F1C14}" dt="2026-02-18T11:13:01.981" v="24" actId="20577"/>
        <pc:sldMkLst>
          <pc:docMk/>
          <pc:sldMk cId="2123017833" sldId="2147483207"/>
        </pc:sldMkLst>
        <pc:spChg chg="mod">
          <ac:chgData name="Gunjan Arya" userId="S::gunjan.arya@defra.gov.uk::e1fd972a-1e41-4184-9796-040d18cbeed5" providerId="AD" clId="Web-{5FE728C4-1EA1-8FFF-7857-1E88355F1C14}" dt="2026-02-18T11:13:01.981" v="24" actId="20577"/>
          <ac:spMkLst>
            <pc:docMk/>
            <pc:sldMk cId="2123017833" sldId="2147483207"/>
            <ac:spMk id="17" creationId="{84E5E476-54BC-E18A-6A41-A7773214066E}"/>
          </ac:spMkLst>
        </pc:spChg>
      </pc:sldChg>
      <pc:sldChg chg="modSp">
        <pc:chgData name="Gunjan Arya" userId="S::gunjan.arya@defra.gov.uk::e1fd972a-1e41-4184-9796-040d18cbeed5" providerId="AD" clId="Web-{5FE728C4-1EA1-8FFF-7857-1E88355F1C14}" dt="2026-02-18T11:35:32.574" v="50"/>
        <pc:sldMkLst>
          <pc:docMk/>
          <pc:sldMk cId="1808072524" sldId="2147483243"/>
        </pc:sldMkLst>
        <pc:spChg chg="mod">
          <ac:chgData name="Gunjan Arya" userId="S::gunjan.arya@defra.gov.uk::e1fd972a-1e41-4184-9796-040d18cbeed5" providerId="AD" clId="Web-{5FE728C4-1EA1-8FFF-7857-1E88355F1C14}" dt="2026-02-18T11:35:32.574" v="50"/>
          <ac:spMkLst>
            <pc:docMk/>
            <pc:sldMk cId="1808072524" sldId="2147483243"/>
            <ac:spMk id="15" creationId="{E6F14D4C-AD9F-9E86-60BB-53EA808F882A}"/>
          </ac:spMkLst>
        </pc:spChg>
        <pc:picChg chg="mod">
          <ac:chgData name="Gunjan Arya" userId="S::gunjan.arya@defra.gov.uk::e1fd972a-1e41-4184-9796-040d18cbeed5" providerId="AD" clId="Web-{5FE728C4-1EA1-8FFF-7857-1E88355F1C14}" dt="2026-02-18T11:34:48.963" v="42" actId="1076"/>
          <ac:picMkLst>
            <pc:docMk/>
            <pc:sldMk cId="1808072524" sldId="2147483243"/>
            <ac:picMk id="17" creationId="{ED67DFAA-D5A4-1CFD-A60D-DE81E09BE0A1}"/>
          </ac:picMkLst>
        </pc:picChg>
      </pc:sldChg>
      <pc:sldChg chg="modSp">
        <pc:chgData name="Gunjan Arya" userId="S::gunjan.arya@defra.gov.uk::e1fd972a-1e41-4184-9796-040d18cbeed5" providerId="AD" clId="Web-{5FE728C4-1EA1-8FFF-7857-1E88355F1C14}" dt="2026-02-18T11:33:37.477" v="40" actId="20577"/>
        <pc:sldMkLst>
          <pc:docMk/>
          <pc:sldMk cId="822236160" sldId="2147483309"/>
        </pc:sldMkLst>
        <pc:spChg chg="mod">
          <ac:chgData name="Gunjan Arya" userId="S::gunjan.arya@defra.gov.uk::e1fd972a-1e41-4184-9796-040d18cbeed5" providerId="AD" clId="Web-{5FE728C4-1EA1-8FFF-7857-1E88355F1C14}" dt="2026-02-18T11:33:37.477" v="40" actId="20577"/>
          <ac:spMkLst>
            <pc:docMk/>
            <pc:sldMk cId="822236160" sldId="2147483309"/>
            <ac:spMk id="18" creationId="{423CD8B3-6D04-194A-C388-CF19940B9C99}"/>
          </ac:spMkLst>
        </pc:spChg>
      </pc:sldChg>
    </pc:docChg>
  </pc:docChgLst>
  <pc:docChgLst>
    <pc:chgData name="Narasimha Sanagaram" userId="S::narasimha.sanagaram@defra.gov.uk::d2756e5d-d83e-4b2e-8968-8bd0cfccec12" providerId="AD" clId="Web-{CABC9CC0-B912-AC65-17BC-1CF826A2A999}"/>
    <pc:docChg chg="modSld">
      <pc:chgData name="Narasimha Sanagaram" userId="S::narasimha.sanagaram@defra.gov.uk::d2756e5d-d83e-4b2e-8968-8bd0cfccec12" providerId="AD" clId="Web-{CABC9CC0-B912-AC65-17BC-1CF826A2A999}" dt="2026-02-23T14:53:45.403" v="8" actId="1076"/>
      <pc:docMkLst>
        <pc:docMk/>
      </pc:docMkLst>
      <pc:sldChg chg="addSp delSp modSp">
        <pc:chgData name="Narasimha Sanagaram" userId="S::narasimha.sanagaram@defra.gov.uk::d2756e5d-d83e-4b2e-8968-8bd0cfccec12" providerId="AD" clId="Web-{CABC9CC0-B912-AC65-17BC-1CF826A2A999}" dt="2026-02-23T14:53:45.403" v="8" actId="1076"/>
        <pc:sldMkLst>
          <pc:docMk/>
          <pc:sldMk cId="2538252414" sldId="2147483323"/>
        </pc:sldMkLst>
        <pc:picChg chg="add mod">
          <ac:chgData name="Narasimha Sanagaram" userId="S::narasimha.sanagaram@defra.gov.uk::d2756e5d-d83e-4b2e-8968-8bd0cfccec12" providerId="AD" clId="Web-{CABC9CC0-B912-AC65-17BC-1CF826A2A999}" dt="2026-02-23T14:53:45.403" v="8" actId="1076"/>
          <ac:picMkLst>
            <pc:docMk/>
            <pc:sldMk cId="2538252414" sldId="2147483323"/>
            <ac:picMk id="3" creationId="{F70EE5A4-9B71-C616-6E30-EA6474B04192}"/>
          </ac:picMkLst>
        </pc:picChg>
      </pc:sldChg>
    </pc:docChg>
  </pc:docChgLst>
  <pc:docChgLst>
    <pc:chgData name="Arindrajit Sarkar" userId="f369fba2-ee93-4d90-b66f-feed31385bff" providerId="ADAL" clId="{2DBED02D-1444-42FE-8ACA-C2B96ACF2DFA}"/>
    <pc:docChg chg="undo custSel addSld delSld modSld sldOrd addSection modSection">
      <pc:chgData name="Arindrajit Sarkar" userId="f369fba2-ee93-4d90-b66f-feed31385bff" providerId="ADAL" clId="{2DBED02D-1444-42FE-8ACA-C2B96ACF2DFA}" dt="2026-03-11T16:09:12.918" v="2560" actId="20577"/>
      <pc:docMkLst>
        <pc:docMk/>
      </pc:docMkLst>
      <pc:sldChg chg="modSp mod">
        <pc:chgData name="Arindrajit Sarkar" userId="f369fba2-ee93-4d90-b66f-feed31385bff" providerId="ADAL" clId="{2DBED02D-1444-42FE-8ACA-C2B96ACF2DFA}" dt="2026-03-11T14:42:23.762" v="2556" actId="20577"/>
        <pc:sldMkLst>
          <pc:docMk/>
          <pc:sldMk cId="2609665074" sldId="2134804599"/>
        </pc:sldMkLst>
        <pc:spChg chg="mod">
          <ac:chgData name="Arindrajit Sarkar" userId="f369fba2-ee93-4d90-b66f-feed31385bff" providerId="ADAL" clId="{2DBED02D-1444-42FE-8ACA-C2B96ACF2DFA}" dt="2026-03-11T14:42:23.762" v="2556" actId="20577"/>
          <ac:spMkLst>
            <pc:docMk/>
            <pc:sldMk cId="2609665074" sldId="2134804599"/>
            <ac:spMk id="3" creationId="{120ADB2B-2EB9-4434-ACCA-1D1B83268203}"/>
          </ac:spMkLst>
        </pc:spChg>
        <pc:spChg chg="mod">
          <ac:chgData name="Arindrajit Sarkar" userId="f369fba2-ee93-4d90-b66f-feed31385bff" providerId="ADAL" clId="{2DBED02D-1444-42FE-8ACA-C2B96ACF2DFA}" dt="2026-03-09T14:56:34.787" v="2498" actId="20577"/>
          <ac:spMkLst>
            <pc:docMk/>
            <pc:sldMk cId="2609665074" sldId="2134804599"/>
            <ac:spMk id="4" creationId="{CA6F4F0A-BA72-4701-B62A-1172B2F28E6D}"/>
          </ac:spMkLst>
        </pc:spChg>
      </pc:sldChg>
      <pc:sldChg chg="modSp mod">
        <pc:chgData name="Arindrajit Sarkar" userId="f369fba2-ee93-4d90-b66f-feed31385bff" providerId="ADAL" clId="{2DBED02D-1444-42FE-8ACA-C2B96ACF2DFA}" dt="2026-03-03T11:31:04.824" v="2495" actId="20577"/>
        <pc:sldMkLst>
          <pc:docMk/>
          <pc:sldMk cId="4046292200" sldId="2134804605"/>
        </pc:sldMkLst>
        <pc:graphicFrameChg chg="mod modGraphic">
          <ac:chgData name="Arindrajit Sarkar" userId="f369fba2-ee93-4d90-b66f-feed31385bff" providerId="ADAL" clId="{2DBED02D-1444-42FE-8ACA-C2B96ACF2DFA}" dt="2026-03-03T11:31:04.824" v="2495" actId="20577"/>
          <ac:graphicFrameMkLst>
            <pc:docMk/>
            <pc:sldMk cId="4046292200" sldId="2134804605"/>
            <ac:graphicFrameMk id="3" creationId="{1B158572-2F10-CCAC-A9DB-EB1A6D2E7546}"/>
          </ac:graphicFrameMkLst>
        </pc:graphicFrameChg>
      </pc:sldChg>
      <pc:sldChg chg="modSp mod">
        <pc:chgData name="Arindrajit Sarkar" userId="f369fba2-ee93-4d90-b66f-feed31385bff" providerId="ADAL" clId="{2DBED02D-1444-42FE-8ACA-C2B96ACF2DFA}" dt="2026-03-03T10:39:31.772" v="2448" actId="20577"/>
        <pc:sldMkLst>
          <pc:docMk/>
          <pc:sldMk cId="2104454050" sldId="2147483095"/>
        </pc:sldMkLst>
        <pc:graphicFrameChg chg="modGraphic">
          <ac:chgData name="Arindrajit Sarkar" userId="f369fba2-ee93-4d90-b66f-feed31385bff" providerId="ADAL" clId="{2DBED02D-1444-42FE-8ACA-C2B96ACF2DFA}" dt="2026-03-03T10:39:31.772" v="2448" actId="20577"/>
          <ac:graphicFrameMkLst>
            <pc:docMk/>
            <pc:sldMk cId="2104454050" sldId="2147483095"/>
            <ac:graphicFrameMk id="4" creationId="{C6BB3321-AC41-A79B-4196-2C990166E332}"/>
          </ac:graphicFrameMkLst>
        </pc:graphicFrameChg>
      </pc:sldChg>
      <pc:sldChg chg="addSp delSp modSp mod modNotesTx">
        <pc:chgData name="Arindrajit Sarkar" userId="f369fba2-ee93-4d90-b66f-feed31385bff" providerId="ADAL" clId="{2DBED02D-1444-42FE-8ACA-C2B96ACF2DFA}" dt="2026-03-03T09:29:06.213" v="2397" actId="14826"/>
        <pc:sldMkLst>
          <pc:docMk/>
          <pc:sldMk cId="2123017833" sldId="2147483207"/>
        </pc:sldMkLst>
        <pc:spChg chg="mod">
          <ac:chgData name="Arindrajit Sarkar" userId="f369fba2-ee93-4d90-b66f-feed31385bff" providerId="ADAL" clId="{2DBED02D-1444-42FE-8ACA-C2B96ACF2DFA}" dt="2026-02-26T15:06:03.589" v="2392" actId="313"/>
          <ac:spMkLst>
            <pc:docMk/>
            <pc:sldMk cId="2123017833" sldId="2147483207"/>
            <ac:spMk id="17" creationId="{84E5E476-54BC-E18A-6A41-A7773214066E}"/>
          </ac:spMkLst>
        </pc:spChg>
        <pc:picChg chg="add mod">
          <ac:chgData name="Arindrajit Sarkar" userId="f369fba2-ee93-4d90-b66f-feed31385bff" providerId="ADAL" clId="{2DBED02D-1444-42FE-8ACA-C2B96ACF2DFA}" dt="2026-03-03T09:29:06.213" v="2397" actId="14826"/>
          <ac:picMkLst>
            <pc:docMk/>
            <pc:sldMk cId="2123017833" sldId="2147483207"/>
            <ac:picMk id="12" creationId="{703315EC-EE4A-C2DB-EB18-DCF4C23D8251}"/>
          </ac:picMkLst>
        </pc:picChg>
      </pc:sldChg>
      <pc:sldChg chg="modSp mod">
        <pc:chgData name="Arindrajit Sarkar" userId="f369fba2-ee93-4d90-b66f-feed31385bff" providerId="ADAL" clId="{2DBED02D-1444-42FE-8ACA-C2B96ACF2DFA}" dt="2026-03-03T10:37:06.100" v="2405" actId="20577"/>
        <pc:sldMkLst>
          <pc:docMk/>
          <pc:sldMk cId="3734306503" sldId="2147483216"/>
        </pc:sldMkLst>
        <pc:spChg chg="mod">
          <ac:chgData name="Arindrajit Sarkar" userId="f369fba2-ee93-4d90-b66f-feed31385bff" providerId="ADAL" clId="{2DBED02D-1444-42FE-8ACA-C2B96ACF2DFA}" dt="2026-03-03T10:37:06.100" v="2405" actId="20577"/>
          <ac:spMkLst>
            <pc:docMk/>
            <pc:sldMk cId="3734306503" sldId="2147483216"/>
            <ac:spMk id="8" creationId="{CCEBF2F2-30F4-4DB3-11C3-4D64891F1FAD}"/>
          </ac:spMkLst>
        </pc:spChg>
      </pc:sldChg>
      <pc:sldChg chg="modSp">
        <pc:chgData name="Arindrajit Sarkar" userId="f369fba2-ee93-4d90-b66f-feed31385bff" providerId="ADAL" clId="{2DBED02D-1444-42FE-8ACA-C2B96ACF2DFA}" dt="2026-03-03T10:38:44.342" v="2408"/>
        <pc:sldMkLst>
          <pc:docMk/>
          <pc:sldMk cId="2705208926" sldId="2147483235"/>
        </pc:sldMkLst>
        <pc:graphicFrameChg chg="mod">
          <ac:chgData name="Arindrajit Sarkar" userId="f369fba2-ee93-4d90-b66f-feed31385bff" providerId="ADAL" clId="{2DBED02D-1444-42FE-8ACA-C2B96ACF2DFA}" dt="2026-03-03T10:38:44.342" v="2408"/>
          <ac:graphicFrameMkLst>
            <pc:docMk/>
            <pc:sldMk cId="2705208926" sldId="2147483235"/>
            <ac:graphicFrameMk id="5" creationId="{BFF9E08C-F3A1-C911-9DB3-5512CC15721F}"/>
          </ac:graphicFrameMkLst>
        </pc:graphicFrameChg>
      </pc:sldChg>
      <pc:sldChg chg="modSp">
        <pc:chgData name="Arindrajit Sarkar" userId="f369fba2-ee93-4d90-b66f-feed31385bff" providerId="ADAL" clId="{2DBED02D-1444-42FE-8ACA-C2B96ACF2DFA}" dt="2026-02-23T13:49:55.013" v="2174" actId="14826"/>
        <pc:sldMkLst>
          <pc:docMk/>
          <pc:sldMk cId="2732816846" sldId="2147483325"/>
        </pc:sldMkLst>
        <pc:picChg chg="mod">
          <ac:chgData name="Arindrajit Sarkar" userId="f369fba2-ee93-4d90-b66f-feed31385bff" providerId="ADAL" clId="{2DBED02D-1444-42FE-8ACA-C2B96ACF2DFA}" dt="2026-02-23T13:49:55.013" v="2174" actId="14826"/>
          <ac:picMkLst>
            <pc:docMk/>
            <pc:sldMk cId="2732816846" sldId="2147483325"/>
            <ac:picMk id="11" creationId="{DD21C729-7AE7-E8B5-4E7B-A44DE1BBBC83}"/>
          </ac:picMkLst>
        </pc:picChg>
      </pc:sldChg>
      <pc:sldChg chg="modSp mod">
        <pc:chgData name="Arindrajit Sarkar" userId="f369fba2-ee93-4d90-b66f-feed31385bff" providerId="ADAL" clId="{2DBED02D-1444-42FE-8ACA-C2B96ACF2DFA}" dt="2026-03-11T16:09:12.918" v="2560" actId="20577"/>
        <pc:sldMkLst>
          <pc:docMk/>
          <pc:sldMk cId="3644315755" sldId="2147483326"/>
        </pc:sldMkLst>
        <pc:graphicFrameChg chg="mod modGraphic">
          <ac:chgData name="Arindrajit Sarkar" userId="f369fba2-ee93-4d90-b66f-feed31385bff" providerId="ADAL" clId="{2DBED02D-1444-42FE-8ACA-C2B96ACF2DFA}" dt="2026-03-11T16:09:12.918" v="2560" actId="20577"/>
          <ac:graphicFrameMkLst>
            <pc:docMk/>
            <pc:sldMk cId="3644315755" sldId="2147483326"/>
            <ac:graphicFrameMk id="5" creationId="{B3452FDB-09A1-0163-D057-76BFC4E46A99}"/>
          </ac:graphicFrameMkLst>
        </pc:graphicFrameChg>
      </pc:sldChg>
      <pc:sldChg chg="modSp">
        <pc:chgData name="Arindrajit Sarkar" userId="f369fba2-ee93-4d90-b66f-feed31385bff" providerId="ADAL" clId="{2DBED02D-1444-42FE-8ACA-C2B96ACF2DFA}" dt="2026-03-03T09:45:54.438" v="2398" actId="14826"/>
        <pc:sldMkLst>
          <pc:docMk/>
          <pc:sldMk cId="4028828826" sldId="2147483330"/>
        </pc:sldMkLst>
        <pc:picChg chg="mod">
          <ac:chgData name="Arindrajit Sarkar" userId="f369fba2-ee93-4d90-b66f-feed31385bff" providerId="ADAL" clId="{2DBED02D-1444-42FE-8ACA-C2B96ACF2DFA}" dt="2026-03-03T09:45:54.438" v="2398" actId="14826"/>
          <ac:picMkLst>
            <pc:docMk/>
            <pc:sldMk cId="4028828826" sldId="2147483330"/>
            <ac:picMk id="17" creationId="{6FBC9180-553F-D235-664F-897D9C42DA4D}"/>
          </ac:picMkLst>
        </pc:picChg>
      </pc:sldChg>
      <pc:sldChg chg="modSp mod">
        <pc:chgData name="Arindrajit Sarkar" userId="f369fba2-ee93-4d90-b66f-feed31385bff" providerId="ADAL" clId="{2DBED02D-1444-42FE-8ACA-C2B96ACF2DFA}" dt="2026-02-16T12:17:53.627" v="1944" actId="20577"/>
        <pc:sldMkLst>
          <pc:docMk/>
          <pc:sldMk cId="2180212475" sldId="2147483338"/>
        </pc:sldMkLst>
        <pc:graphicFrameChg chg="modGraphic">
          <ac:chgData name="Arindrajit Sarkar" userId="f369fba2-ee93-4d90-b66f-feed31385bff" providerId="ADAL" clId="{2DBED02D-1444-42FE-8ACA-C2B96ACF2DFA}" dt="2026-02-16T12:17:53.627" v="1944" actId="20577"/>
          <ac:graphicFrameMkLst>
            <pc:docMk/>
            <pc:sldMk cId="2180212475" sldId="2147483338"/>
            <ac:graphicFrameMk id="4" creationId="{74EA8422-480F-FAED-7B09-E9BB26C9DDC5}"/>
          </ac:graphicFrameMkLst>
        </pc:graphicFrameChg>
      </pc:sldChg>
      <pc:sldChg chg="modSp mod">
        <pc:chgData name="Arindrajit Sarkar" userId="f369fba2-ee93-4d90-b66f-feed31385bff" providerId="ADAL" clId="{2DBED02D-1444-42FE-8ACA-C2B96ACF2DFA}" dt="2026-02-26T14:53:52.312" v="2245" actId="20577"/>
        <pc:sldMkLst>
          <pc:docMk/>
          <pc:sldMk cId="2635077105" sldId="2147483340"/>
        </pc:sldMkLst>
        <pc:graphicFrameChg chg="mod modGraphic">
          <ac:chgData name="Arindrajit Sarkar" userId="f369fba2-ee93-4d90-b66f-feed31385bff" providerId="ADAL" clId="{2DBED02D-1444-42FE-8ACA-C2B96ACF2DFA}" dt="2026-02-26T14:53:52.312" v="2245" actId="20577"/>
          <ac:graphicFrameMkLst>
            <pc:docMk/>
            <pc:sldMk cId="2635077105" sldId="2147483340"/>
            <ac:graphicFrameMk id="5" creationId="{06229474-15DA-AFEA-66EA-877204331B2F}"/>
          </ac:graphicFrameMkLst>
        </pc:graphicFrameChg>
      </pc:sldChg>
      <pc:sldChg chg="addSp modSp mod">
        <pc:chgData name="Arindrajit Sarkar" userId="f369fba2-ee93-4d90-b66f-feed31385bff" providerId="ADAL" clId="{2DBED02D-1444-42FE-8ACA-C2B96ACF2DFA}" dt="2026-03-03T11:18:42.231" v="2456" actId="20577"/>
        <pc:sldMkLst>
          <pc:docMk/>
          <pc:sldMk cId="3562359655" sldId="2147483341"/>
        </pc:sldMkLst>
        <pc:spChg chg="mod">
          <ac:chgData name="Arindrajit Sarkar" userId="f369fba2-ee93-4d90-b66f-feed31385bff" providerId="ADAL" clId="{2DBED02D-1444-42FE-8ACA-C2B96ACF2DFA}" dt="2026-02-26T14:54:21.616" v="2254" actId="255"/>
          <ac:spMkLst>
            <pc:docMk/>
            <pc:sldMk cId="3562359655" sldId="2147483341"/>
            <ac:spMk id="2" creationId="{C11D41D5-9C5E-D847-8D73-696334D43715}"/>
          </ac:spMkLst>
        </pc:spChg>
        <pc:spChg chg="mod">
          <ac:chgData name="Arindrajit Sarkar" userId="f369fba2-ee93-4d90-b66f-feed31385bff" providerId="ADAL" clId="{2DBED02D-1444-42FE-8ACA-C2B96ACF2DFA}" dt="2026-03-03T11:18:42.231" v="2456" actId="20577"/>
          <ac:spMkLst>
            <pc:docMk/>
            <pc:sldMk cId="3562359655" sldId="2147483341"/>
            <ac:spMk id="3" creationId="{6AF68169-933E-856E-84E3-13698264452D}"/>
          </ac:spMkLst>
        </pc:spChg>
        <pc:spChg chg="mod">
          <ac:chgData name="Arindrajit Sarkar" userId="f369fba2-ee93-4d90-b66f-feed31385bff" providerId="ADAL" clId="{2DBED02D-1444-42FE-8ACA-C2B96ACF2DFA}" dt="2026-02-23T12:46:05.748" v="2016" actId="1076"/>
          <ac:spMkLst>
            <pc:docMk/>
            <pc:sldMk cId="3562359655" sldId="2147483341"/>
            <ac:spMk id="5" creationId="{EBB86773-EB5C-87F4-EB84-D4BA70BCBDE4}"/>
          </ac:spMkLst>
        </pc:spChg>
        <pc:graphicFrameChg chg="mod modGraphic">
          <ac:chgData name="Arindrajit Sarkar" userId="f369fba2-ee93-4d90-b66f-feed31385bff" providerId="ADAL" clId="{2DBED02D-1444-42FE-8ACA-C2B96ACF2DFA}" dt="2026-02-23T12:46:12.949" v="2018" actId="1076"/>
          <ac:graphicFrameMkLst>
            <pc:docMk/>
            <pc:sldMk cId="3562359655" sldId="2147483341"/>
            <ac:graphicFrameMk id="4" creationId="{EB6A257B-9188-4FB4-2253-D424F0C7D880}"/>
          </ac:graphicFrameMkLst>
        </pc:graphicFrameChg>
        <pc:graphicFrameChg chg="mod modGraphic">
          <ac:chgData name="Arindrajit Sarkar" userId="f369fba2-ee93-4d90-b66f-feed31385bff" providerId="ADAL" clId="{2DBED02D-1444-42FE-8ACA-C2B96ACF2DFA}" dt="2026-02-26T14:54:46.479" v="2289" actId="20577"/>
          <ac:graphicFrameMkLst>
            <pc:docMk/>
            <pc:sldMk cId="3562359655" sldId="2147483341"/>
            <ac:graphicFrameMk id="6" creationId="{64261672-C3A3-22C3-0EB7-BCCDFAA956E1}"/>
          </ac:graphicFrameMkLst>
        </pc:graphicFrameChg>
        <pc:graphicFrameChg chg="add mod modGraphic">
          <ac:chgData name="Arindrajit Sarkar" userId="f369fba2-ee93-4d90-b66f-feed31385bff" providerId="ADAL" clId="{2DBED02D-1444-42FE-8ACA-C2B96ACF2DFA}" dt="2026-02-23T13:01:21.603" v="2173" actId="14734"/>
          <ac:graphicFrameMkLst>
            <pc:docMk/>
            <pc:sldMk cId="3562359655" sldId="2147483341"/>
            <ac:graphicFrameMk id="7" creationId="{30138AFE-FA8E-A610-0D0F-BA77F71E3CBC}"/>
          </ac:graphicFrameMkLst>
        </pc:graphicFrameChg>
      </pc:sldChg>
      <pc:sldChg chg="modSp mod">
        <pc:chgData name="Arindrajit Sarkar" userId="f369fba2-ee93-4d90-b66f-feed31385bff" providerId="ADAL" clId="{2DBED02D-1444-42FE-8ACA-C2B96ACF2DFA}" dt="2026-03-09T15:57:40.263" v="2526" actId="20577"/>
        <pc:sldMkLst>
          <pc:docMk/>
          <pc:sldMk cId="3990125704" sldId="2147483342"/>
        </pc:sldMkLst>
        <pc:graphicFrameChg chg="mod modGraphic">
          <ac:chgData name="Arindrajit Sarkar" userId="f369fba2-ee93-4d90-b66f-feed31385bff" providerId="ADAL" clId="{2DBED02D-1444-42FE-8ACA-C2B96ACF2DFA}" dt="2026-03-09T15:57:40.263" v="2526" actId="20577"/>
          <ac:graphicFrameMkLst>
            <pc:docMk/>
            <pc:sldMk cId="3990125704" sldId="2147483342"/>
            <ac:graphicFrameMk id="7" creationId="{9BACC7EF-CCB0-96DE-E4C3-73D557EB96D0}"/>
          </ac:graphicFrameMkLst>
        </pc:graphicFrameChg>
      </pc:sldChg>
      <pc:sldChg chg="add">
        <pc:chgData name="Arindrajit Sarkar" userId="f369fba2-ee93-4d90-b66f-feed31385bff" providerId="ADAL" clId="{2DBED02D-1444-42FE-8ACA-C2B96ACF2DFA}" dt="2026-03-03T10:36:22.498" v="2399"/>
        <pc:sldMkLst>
          <pc:docMk/>
          <pc:sldMk cId="0" sldId="2147483353"/>
        </pc:sldMkLst>
      </pc:sldChg>
      <pc:sldChg chg="add">
        <pc:chgData name="Arindrajit Sarkar" userId="f369fba2-ee93-4d90-b66f-feed31385bff" providerId="ADAL" clId="{2DBED02D-1444-42FE-8ACA-C2B96ACF2DFA}" dt="2026-03-03T10:36:22.498" v="2399"/>
        <pc:sldMkLst>
          <pc:docMk/>
          <pc:sldMk cId="770121908" sldId="2147483354"/>
        </pc:sldMkLst>
      </pc:sldChg>
    </pc:docChg>
  </pc:docChgLst>
  <pc:docChgLst>
    <pc:chgData name="Arindrajit Sarkar" userId="S::arindrajit.sarkar@defra.gov.uk::f369fba2-ee93-4d90-b66f-feed31385bff" providerId="AD" clId="Web-{40332769-C4D9-E31B-6E9A-580E1B5E62EA}"/>
    <pc:docChg chg="modSld">
      <pc:chgData name="Arindrajit Sarkar" userId="S::arindrajit.sarkar@defra.gov.uk::f369fba2-ee93-4d90-b66f-feed31385bff" providerId="AD" clId="Web-{40332769-C4D9-E31B-6E9A-580E1B5E62EA}" dt="2026-02-10T10:24:25.066" v="4" actId="20577"/>
      <pc:docMkLst>
        <pc:docMk/>
      </pc:docMkLst>
      <pc:sldChg chg="modSp">
        <pc:chgData name="Arindrajit Sarkar" userId="S::arindrajit.sarkar@defra.gov.uk::f369fba2-ee93-4d90-b66f-feed31385bff" providerId="AD" clId="Web-{40332769-C4D9-E31B-6E9A-580E1B5E62EA}" dt="2026-02-10T10:24:25.066" v="4" actId="20577"/>
        <pc:sldMkLst>
          <pc:docMk/>
          <pc:sldMk cId="1331551627" sldId="2147483136"/>
        </pc:sldMkLst>
        <pc:spChg chg="mod">
          <ac:chgData name="Arindrajit Sarkar" userId="S::arindrajit.sarkar@defra.gov.uk::f369fba2-ee93-4d90-b66f-feed31385bff" providerId="AD" clId="Web-{40332769-C4D9-E31B-6E9A-580E1B5E62EA}" dt="2026-02-10T10:24:25.066" v="4" actId="20577"/>
          <ac:spMkLst>
            <pc:docMk/>
            <pc:sldMk cId="1331551627" sldId="2147483136"/>
            <ac:spMk id="7" creationId="{D95015B7-AACA-62A6-429C-4396BC21C0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712" cy="498316"/>
          </a:xfrm>
          <a:prstGeom prst="rect">
            <a:avLst/>
          </a:prstGeom>
        </p:spPr>
        <p:txBody>
          <a:bodyPr vert="horz" lIns="91415" tIns="45707" rIns="91415" bIns="45707" rtlCol="0"/>
          <a:lstStyle>
            <a:lvl1pPr algn="l" eaLnBrk="0" hangingPunct="0">
              <a:defRPr sz="1200">
                <a:latin typeface="Arial" panose="020B0604020202020204" pitchFamily="34" charset="0"/>
                <a:cs typeface="+mn-cs"/>
              </a:defRPr>
            </a:lvl1pPr>
          </a:lstStyle>
          <a:p>
            <a:pPr>
              <a:defRPr/>
            </a:pPr>
            <a:endParaRPr lang="en-GB"/>
          </a:p>
        </p:txBody>
      </p:sp>
      <p:sp>
        <p:nvSpPr>
          <p:cNvPr id="3" name="Date Placeholder 2"/>
          <p:cNvSpPr>
            <a:spLocks noGrp="1"/>
          </p:cNvSpPr>
          <p:nvPr>
            <p:ph type="dt" sz="quarter" idx="1"/>
          </p:nvPr>
        </p:nvSpPr>
        <p:spPr>
          <a:xfrm>
            <a:off x="3850375" y="0"/>
            <a:ext cx="2945712" cy="498316"/>
          </a:xfrm>
          <a:prstGeom prst="rect">
            <a:avLst/>
          </a:prstGeom>
        </p:spPr>
        <p:txBody>
          <a:bodyPr vert="horz" lIns="91415" tIns="45707" rIns="91415" bIns="45707" rtlCol="0"/>
          <a:lstStyle>
            <a:lvl1pPr algn="r" eaLnBrk="0" hangingPunct="0">
              <a:defRPr sz="1200">
                <a:latin typeface="Arial" panose="020B0604020202020204" pitchFamily="34" charset="0"/>
                <a:cs typeface="+mn-cs"/>
              </a:defRPr>
            </a:lvl1pPr>
          </a:lstStyle>
          <a:p>
            <a:pPr>
              <a:defRPr/>
            </a:pPr>
            <a:fld id="{40E21E09-DCB3-465B-8E36-AC86F147B262}" type="datetimeFigureOut">
              <a:rPr lang="en-GB"/>
              <a:pPr>
                <a:defRPr/>
              </a:pPr>
              <a:t>13/07/2026</a:t>
            </a:fld>
            <a:endParaRPr lang="en-GB"/>
          </a:p>
        </p:txBody>
      </p:sp>
      <p:sp>
        <p:nvSpPr>
          <p:cNvPr id="4" name="Footer Placeholder 3"/>
          <p:cNvSpPr>
            <a:spLocks noGrp="1"/>
          </p:cNvSpPr>
          <p:nvPr>
            <p:ph type="ftr" sz="quarter" idx="2"/>
          </p:nvPr>
        </p:nvSpPr>
        <p:spPr>
          <a:xfrm>
            <a:off x="0" y="9428323"/>
            <a:ext cx="2945712" cy="498316"/>
          </a:xfrm>
          <a:prstGeom prst="rect">
            <a:avLst/>
          </a:prstGeom>
        </p:spPr>
        <p:txBody>
          <a:bodyPr vert="horz" lIns="91415" tIns="45707" rIns="91415" bIns="45707" rtlCol="0" anchor="b"/>
          <a:lstStyle>
            <a:lvl1pPr algn="l" eaLnBrk="0" hangingPunct="0">
              <a:defRPr sz="1200">
                <a:latin typeface="Arial" panose="020B0604020202020204" pitchFamily="34" charset="0"/>
                <a:cs typeface="+mn-cs"/>
              </a:defRPr>
            </a:lvl1pPr>
          </a:lstStyle>
          <a:p>
            <a:pPr>
              <a:defRPr/>
            </a:pPr>
            <a:endParaRPr lang="en-GB"/>
          </a:p>
        </p:txBody>
      </p:sp>
    </p:spTree>
    <p:extLst>
      <p:ext uri="{BB962C8B-B14F-4D97-AF65-F5344CB8AC3E}">
        <p14:creationId xmlns:p14="http://schemas.microsoft.com/office/powerpoint/2010/main" val="25301492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712" cy="498316"/>
          </a:xfrm>
          <a:prstGeom prst="rect">
            <a:avLst/>
          </a:prstGeom>
        </p:spPr>
        <p:txBody>
          <a:bodyPr vert="horz" lIns="91415" tIns="45707" rIns="91415" bIns="45707" rtlCol="0"/>
          <a:lstStyle>
            <a:lvl1pPr algn="l" eaLnBrk="0" hangingPunct="0">
              <a:defRPr sz="1200">
                <a:latin typeface="Arial" panose="020B0604020202020204" pitchFamily="34" charset="0"/>
                <a:cs typeface="+mn-cs"/>
              </a:defRPr>
            </a:lvl1pPr>
          </a:lstStyle>
          <a:p>
            <a:pPr>
              <a:defRPr/>
            </a:pPr>
            <a:endParaRPr lang="en-GB"/>
          </a:p>
        </p:txBody>
      </p:sp>
      <p:sp>
        <p:nvSpPr>
          <p:cNvPr id="3" name="Date Placeholder 2"/>
          <p:cNvSpPr>
            <a:spLocks noGrp="1"/>
          </p:cNvSpPr>
          <p:nvPr>
            <p:ph type="dt" idx="1"/>
          </p:nvPr>
        </p:nvSpPr>
        <p:spPr>
          <a:xfrm>
            <a:off x="3850375" y="0"/>
            <a:ext cx="2945712" cy="498316"/>
          </a:xfrm>
          <a:prstGeom prst="rect">
            <a:avLst/>
          </a:prstGeom>
        </p:spPr>
        <p:txBody>
          <a:bodyPr vert="horz" lIns="91415" tIns="45707" rIns="91415" bIns="45707" rtlCol="0"/>
          <a:lstStyle>
            <a:lvl1pPr algn="r" eaLnBrk="0" hangingPunct="0">
              <a:defRPr sz="1200">
                <a:latin typeface="Arial" panose="020B0604020202020204" pitchFamily="34" charset="0"/>
                <a:cs typeface="+mn-cs"/>
              </a:defRPr>
            </a:lvl1pPr>
          </a:lstStyle>
          <a:p>
            <a:pPr>
              <a:defRPr/>
            </a:pPr>
            <a:fld id="{622A6500-3A3B-4A97-909A-B80A90B68B2D}" type="datetimeFigureOut">
              <a:rPr lang="en-GB"/>
              <a:pPr>
                <a:defRPr/>
              </a:pPr>
              <a:t>13/07/2026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5" tIns="45707" rIns="91415" bIns="45707" rtlCol="0" anchor="ctr"/>
          <a:lstStyle/>
          <a:p>
            <a:pPr lvl="0"/>
            <a:endParaRPr lang="en-GB" noProof="0"/>
          </a:p>
        </p:txBody>
      </p:sp>
      <p:sp>
        <p:nvSpPr>
          <p:cNvPr id="5" name="Notes Placeholder 4"/>
          <p:cNvSpPr>
            <a:spLocks noGrp="1"/>
          </p:cNvSpPr>
          <p:nvPr>
            <p:ph type="body" sz="quarter" idx="3"/>
          </p:nvPr>
        </p:nvSpPr>
        <p:spPr>
          <a:xfrm>
            <a:off x="679292" y="4776848"/>
            <a:ext cx="5439092" cy="3908763"/>
          </a:xfrm>
          <a:prstGeom prst="rect">
            <a:avLst/>
          </a:prstGeom>
        </p:spPr>
        <p:txBody>
          <a:bodyPr vert="horz" lIns="91415" tIns="45707" rIns="91415" bIns="45707"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428323"/>
            <a:ext cx="2945712" cy="498316"/>
          </a:xfrm>
          <a:prstGeom prst="rect">
            <a:avLst/>
          </a:prstGeom>
        </p:spPr>
        <p:txBody>
          <a:bodyPr vert="horz" lIns="91415" tIns="45707" rIns="91415" bIns="45707" rtlCol="0" anchor="b"/>
          <a:lstStyle>
            <a:lvl1pPr algn="l" eaLnBrk="0" hangingPunct="0">
              <a:defRPr sz="1200">
                <a:latin typeface="Arial" panose="020B0604020202020204" pitchFamily="34" charset="0"/>
                <a:cs typeface="+mn-cs"/>
              </a:defRPr>
            </a:lvl1pPr>
          </a:lstStyle>
          <a:p>
            <a:pPr>
              <a:defRPr/>
            </a:pPr>
            <a:endParaRPr lang="en-GB"/>
          </a:p>
        </p:txBody>
      </p:sp>
      <p:sp>
        <p:nvSpPr>
          <p:cNvPr id="7" name="Slide Number Placeholder 6"/>
          <p:cNvSpPr>
            <a:spLocks noGrp="1"/>
          </p:cNvSpPr>
          <p:nvPr>
            <p:ph type="sldNum" sz="quarter" idx="5"/>
          </p:nvPr>
        </p:nvSpPr>
        <p:spPr>
          <a:xfrm>
            <a:off x="3850375" y="9428323"/>
            <a:ext cx="2945712" cy="498316"/>
          </a:xfrm>
          <a:prstGeom prst="rect">
            <a:avLst/>
          </a:prstGeom>
        </p:spPr>
        <p:txBody>
          <a:bodyPr vert="horz" wrap="square" lIns="91415" tIns="45707" rIns="91415" bIns="45707" numCol="1" anchor="b" anchorCtr="0" compatLnSpc="1">
            <a:prstTxWarp prst="textNoShape">
              <a:avLst/>
            </a:prstTxWarp>
          </a:bodyPr>
          <a:lstStyle>
            <a:lvl1pPr algn="r" eaLnBrk="0" hangingPunct="0">
              <a:defRPr sz="1200">
                <a:latin typeface="Arial" charset="0"/>
              </a:defRPr>
            </a:lvl1pPr>
          </a:lstStyle>
          <a:p>
            <a:pPr>
              <a:defRPr/>
            </a:pPr>
            <a:fld id="{3F81D39D-3348-4331-B67B-FD5E31DD2332}" type="slidenum">
              <a:rPr lang="en-GB" altLang="en-US"/>
              <a:pPr>
                <a:defRPr/>
              </a:pPr>
              <a:t>‹#›</a:t>
            </a:fld>
            <a:endParaRPr lang="en-GB" altLang="en-US"/>
          </a:p>
        </p:txBody>
      </p:sp>
    </p:spTree>
    <p:extLst>
      <p:ext uri="{BB962C8B-B14F-4D97-AF65-F5344CB8AC3E}">
        <p14:creationId xmlns:p14="http://schemas.microsoft.com/office/powerpoint/2010/main" val="21282717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a:t>
            </a:fld>
            <a:endParaRPr lang="en-GB" altLang="en-US"/>
          </a:p>
        </p:txBody>
      </p:sp>
    </p:spTree>
    <p:extLst>
      <p:ext uri="{BB962C8B-B14F-4D97-AF65-F5344CB8AC3E}">
        <p14:creationId xmlns:p14="http://schemas.microsoft.com/office/powerpoint/2010/main" val="2293412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a:t>
            </a:fld>
            <a:endParaRPr lang="en-GB" altLang="en-US"/>
          </a:p>
        </p:txBody>
      </p:sp>
    </p:spTree>
    <p:extLst>
      <p:ext uri="{BB962C8B-B14F-4D97-AF65-F5344CB8AC3E}">
        <p14:creationId xmlns:p14="http://schemas.microsoft.com/office/powerpoint/2010/main" val="328771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6</a:t>
            </a:fld>
            <a:endParaRPr lang="en-GB" altLang="en-US"/>
          </a:p>
        </p:txBody>
      </p:sp>
    </p:spTree>
    <p:extLst>
      <p:ext uri="{BB962C8B-B14F-4D97-AF65-F5344CB8AC3E}">
        <p14:creationId xmlns:p14="http://schemas.microsoft.com/office/powerpoint/2010/main" val="98348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9</a:t>
            </a:fld>
            <a:endParaRPr lang="en-GB" altLang="en-US"/>
          </a:p>
        </p:txBody>
      </p:sp>
    </p:spTree>
    <p:extLst>
      <p:ext uri="{BB962C8B-B14F-4D97-AF65-F5344CB8AC3E}">
        <p14:creationId xmlns:p14="http://schemas.microsoft.com/office/powerpoint/2010/main" val="527866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10</a:t>
            </a:fld>
            <a:endParaRPr lang="en-GB" altLang="en-US"/>
          </a:p>
        </p:txBody>
      </p:sp>
    </p:spTree>
    <p:extLst>
      <p:ext uri="{BB962C8B-B14F-4D97-AF65-F5344CB8AC3E}">
        <p14:creationId xmlns:p14="http://schemas.microsoft.com/office/powerpoint/2010/main" val="1562415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D90D3-D129-5345-1158-E0F22BE0F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CAE96-BC42-5C7C-D58B-127EB25C29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3ADC9E-7CBB-5DFD-92D2-943CAE4C107D}"/>
              </a:ext>
            </a:extLst>
          </p:cNvPr>
          <p:cNvSpPr>
            <a:spLocks noGrp="1"/>
          </p:cNvSpPr>
          <p:nvPr>
            <p:ph type="body" idx="1"/>
          </p:nvPr>
        </p:nvSpPr>
        <p:spPr/>
        <p:txBody>
          <a:bodyPr/>
          <a:lstStyle/>
          <a:p>
            <a:r>
              <a:rPr lang="en-US"/>
              <a:t>Kenneth</a:t>
            </a:r>
            <a:endParaRPr lang="en-IN"/>
          </a:p>
        </p:txBody>
      </p:sp>
      <p:sp>
        <p:nvSpPr>
          <p:cNvPr id="4" name="Slide Number Placeholder 3">
            <a:extLst>
              <a:ext uri="{FF2B5EF4-FFF2-40B4-BE49-F238E27FC236}">
                <a16:creationId xmlns:a16="http://schemas.microsoft.com/office/drawing/2014/main" id="{EEF2CEFF-F036-B7C9-E736-EED0F33ACB23}"/>
              </a:ext>
            </a:extLst>
          </p:cNvPr>
          <p:cNvSpPr>
            <a:spLocks noGrp="1"/>
          </p:cNvSpPr>
          <p:nvPr>
            <p:ph type="sldNum" sz="quarter" idx="5"/>
          </p:nvPr>
        </p:nvSpPr>
        <p:spPr/>
        <p:txBody>
          <a:bodyPr/>
          <a:lstStyle/>
          <a:p>
            <a:pPr>
              <a:defRPr/>
            </a:pPr>
            <a:fld id="{3F81D39D-3348-4331-B67B-FD5E31DD2332}" type="slidenum">
              <a:rPr lang="en-GB" altLang="en-US" smtClean="0"/>
              <a:pPr>
                <a:defRPr/>
              </a:pPr>
              <a:t>16</a:t>
            </a:fld>
            <a:endParaRPr lang="en-GB" altLang="en-US"/>
          </a:p>
        </p:txBody>
      </p:sp>
    </p:spTree>
    <p:extLst>
      <p:ext uri="{BB962C8B-B14F-4D97-AF65-F5344CB8AC3E}">
        <p14:creationId xmlns:p14="http://schemas.microsoft.com/office/powerpoint/2010/main" val="1477657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EB4C-198E-DADB-15DA-E2CA32BC3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3BEFF-2CBE-A78E-F25D-51FF65CBC3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8CEBDA-3996-1FD5-049B-C90017BC229A}"/>
              </a:ext>
            </a:extLst>
          </p:cNvPr>
          <p:cNvSpPr>
            <a:spLocks noGrp="1"/>
          </p:cNvSpPr>
          <p:nvPr>
            <p:ph type="body" idx="1"/>
          </p:nvPr>
        </p:nvSpPr>
        <p:spPr/>
        <p:txBody>
          <a:bodyPr/>
          <a:lstStyle/>
          <a:p>
            <a:pPr marL="228600" indent="-228600">
              <a:buAutoNum type="arabicPeriod"/>
            </a:pPr>
            <a:r>
              <a:rPr lang="en-GB"/>
              <a:t>HTTP/HTTPS </a:t>
            </a:r>
          </a:p>
          <a:p>
            <a:pPr marL="228600" indent="-228600">
              <a:buAutoNum type="arabicPeriod"/>
            </a:pPr>
            <a:r>
              <a:rPr lang="en-GB"/>
              <a:t>Security some highlights</a:t>
            </a:r>
          </a:p>
        </p:txBody>
      </p:sp>
      <p:sp>
        <p:nvSpPr>
          <p:cNvPr id="4" name="Slide Number Placeholder 3">
            <a:extLst>
              <a:ext uri="{FF2B5EF4-FFF2-40B4-BE49-F238E27FC236}">
                <a16:creationId xmlns:a16="http://schemas.microsoft.com/office/drawing/2014/main" id="{859F5892-C95D-9F8B-05B8-E81D338D36D4}"/>
              </a:ext>
            </a:extLst>
          </p:cNvPr>
          <p:cNvSpPr>
            <a:spLocks noGrp="1"/>
          </p:cNvSpPr>
          <p:nvPr>
            <p:ph type="sldNum" sz="quarter" idx="5"/>
          </p:nvPr>
        </p:nvSpPr>
        <p:spPr/>
        <p:txBody>
          <a:bodyPr/>
          <a:lstStyle/>
          <a:p>
            <a:pPr>
              <a:defRPr/>
            </a:pPr>
            <a:fld id="{3F81D39D-3348-4331-B67B-FD5E31DD2332}" type="slidenum">
              <a:rPr lang="en-GB" altLang="en-US" smtClean="0"/>
              <a:pPr>
                <a:defRPr/>
              </a:pPr>
              <a:t>17</a:t>
            </a:fld>
            <a:endParaRPr lang="en-GB" altLang="en-US"/>
          </a:p>
        </p:txBody>
      </p:sp>
    </p:spTree>
    <p:extLst>
      <p:ext uri="{BB962C8B-B14F-4D97-AF65-F5344CB8AC3E}">
        <p14:creationId xmlns:p14="http://schemas.microsoft.com/office/powerpoint/2010/main" val="129275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Costing for new service based on above architecture</a:t>
            </a:r>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18</a:t>
            </a:fld>
            <a:endParaRPr lang="en-GB" altLang="en-US"/>
          </a:p>
        </p:txBody>
      </p:sp>
    </p:spTree>
    <p:extLst>
      <p:ext uri="{BB962C8B-B14F-4D97-AF65-F5344CB8AC3E}">
        <p14:creationId xmlns:p14="http://schemas.microsoft.com/office/powerpoint/2010/main" val="1943862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19</a:t>
            </a:fld>
            <a:endParaRPr lang="en-GB" altLang="en-US"/>
          </a:p>
        </p:txBody>
      </p:sp>
    </p:spTree>
    <p:extLst>
      <p:ext uri="{BB962C8B-B14F-4D97-AF65-F5344CB8AC3E}">
        <p14:creationId xmlns:p14="http://schemas.microsoft.com/office/powerpoint/2010/main" val="2432993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6690-4FBE-FCEE-911D-685A53438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ED2D3-C20A-EB27-DA44-1DBEF2E5097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9E7305B-DD21-B007-66AC-926FB4D15C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96E4840-86A4-86A1-7E23-02632F5643EF}"/>
              </a:ext>
            </a:extLst>
          </p:cNvPr>
          <p:cNvSpPr>
            <a:spLocks noGrp="1"/>
          </p:cNvSpPr>
          <p:nvPr>
            <p:ph type="sldNum" sz="quarter" idx="5"/>
          </p:nvPr>
        </p:nvSpPr>
        <p:spPr/>
        <p:txBody>
          <a:bodyPr/>
          <a:lstStyle/>
          <a:p>
            <a:pPr>
              <a:defRPr/>
            </a:pPr>
            <a:fld id="{3F81D39D-3348-4331-B67B-FD5E31DD2332}" type="slidenum">
              <a:rPr lang="en-GB" altLang="en-US" smtClean="0"/>
              <a:pPr>
                <a:defRPr/>
              </a:pPr>
              <a:t>20</a:t>
            </a:fld>
            <a:endParaRPr lang="en-GB" altLang="en-US"/>
          </a:p>
        </p:txBody>
      </p:sp>
    </p:spTree>
    <p:extLst>
      <p:ext uri="{BB962C8B-B14F-4D97-AF65-F5344CB8AC3E}">
        <p14:creationId xmlns:p14="http://schemas.microsoft.com/office/powerpoint/2010/main" val="3262724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21</a:t>
            </a:fld>
            <a:endParaRPr lang="en-GB" altLang="en-US"/>
          </a:p>
        </p:txBody>
      </p:sp>
    </p:spTree>
    <p:extLst>
      <p:ext uri="{BB962C8B-B14F-4D97-AF65-F5344CB8AC3E}">
        <p14:creationId xmlns:p14="http://schemas.microsoft.com/office/powerpoint/2010/main" val="2432993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22</a:t>
            </a:fld>
            <a:endParaRPr lang="en-GB" altLang="en-US"/>
          </a:p>
        </p:txBody>
      </p:sp>
    </p:spTree>
    <p:extLst>
      <p:ext uri="{BB962C8B-B14F-4D97-AF65-F5344CB8AC3E}">
        <p14:creationId xmlns:p14="http://schemas.microsoft.com/office/powerpoint/2010/main" val="383758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23</a:t>
            </a:fld>
            <a:endParaRPr lang="en-GB" altLang="en-US"/>
          </a:p>
        </p:txBody>
      </p:sp>
    </p:spTree>
    <p:extLst>
      <p:ext uri="{BB962C8B-B14F-4D97-AF65-F5344CB8AC3E}">
        <p14:creationId xmlns:p14="http://schemas.microsoft.com/office/powerpoint/2010/main" val="229954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24</a:t>
            </a:fld>
            <a:endParaRPr lang="en-GB" altLang="en-US"/>
          </a:p>
        </p:txBody>
      </p:sp>
    </p:spTree>
    <p:extLst>
      <p:ext uri="{BB962C8B-B14F-4D97-AF65-F5344CB8AC3E}">
        <p14:creationId xmlns:p14="http://schemas.microsoft.com/office/powerpoint/2010/main" val="3480665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b="1"/>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26</a:t>
            </a:fld>
            <a:endParaRPr lang="en-GB" altLang="en-US"/>
          </a:p>
        </p:txBody>
      </p:sp>
    </p:spTree>
    <p:extLst>
      <p:ext uri="{BB962C8B-B14F-4D97-AF65-F5344CB8AC3E}">
        <p14:creationId xmlns:p14="http://schemas.microsoft.com/office/powerpoint/2010/main" val="1445540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D9CA-B0C6-B5E0-B144-528B22738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77C11-C606-1619-36FB-718403C89E3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B7075E6-0F5C-11E4-5213-D4FA4ACF985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5714D55-5E1D-FE2C-EF64-0D38C2A1078E}"/>
              </a:ext>
            </a:extLst>
          </p:cNvPr>
          <p:cNvSpPr>
            <a:spLocks noGrp="1"/>
          </p:cNvSpPr>
          <p:nvPr>
            <p:ph type="sldNum" sz="quarter" idx="5"/>
          </p:nvPr>
        </p:nvSpPr>
        <p:spPr/>
        <p:txBody>
          <a:bodyPr/>
          <a:lstStyle/>
          <a:p>
            <a:fld id="{2F99E83D-10BD-4912-838C-C14C2B9472B3}" type="slidenum">
              <a:rPr lang="fr-FR" smtClean="0"/>
              <a:pPr/>
              <a:t>33</a:t>
            </a:fld>
            <a:endParaRPr lang="fr-FR"/>
          </a:p>
        </p:txBody>
      </p:sp>
    </p:spTree>
    <p:extLst>
      <p:ext uri="{BB962C8B-B14F-4D97-AF65-F5344CB8AC3E}">
        <p14:creationId xmlns:p14="http://schemas.microsoft.com/office/powerpoint/2010/main" val="1175670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5750-509A-43A4-C47E-7F245ED5C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DAF2D-CC56-F9F5-3BBD-6186D3F9C88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BB0F035-EE77-DE71-D9AB-74DABC80F2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EA70D04-5026-07B8-D855-13BB678DF0D0}"/>
              </a:ext>
            </a:extLst>
          </p:cNvPr>
          <p:cNvSpPr>
            <a:spLocks noGrp="1"/>
          </p:cNvSpPr>
          <p:nvPr>
            <p:ph type="sldNum" sz="quarter" idx="5"/>
          </p:nvPr>
        </p:nvSpPr>
        <p:spPr/>
        <p:txBody>
          <a:bodyPr/>
          <a:lstStyle/>
          <a:p>
            <a:fld id="{2F99E83D-10BD-4912-838C-C14C2B9472B3}" type="slidenum">
              <a:rPr lang="fr-FR" smtClean="0"/>
              <a:pPr/>
              <a:t>34</a:t>
            </a:fld>
            <a:endParaRPr lang="fr-FR"/>
          </a:p>
        </p:txBody>
      </p:sp>
    </p:spTree>
    <p:extLst>
      <p:ext uri="{BB962C8B-B14F-4D97-AF65-F5344CB8AC3E}">
        <p14:creationId xmlns:p14="http://schemas.microsoft.com/office/powerpoint/2010/main" val="433727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51773-19DE-A369-D947-DE2216D8A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4840E-F6D7-319A-C53A-5FC0CF731D7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F178045-03E9-7266-4018-BBA958E78A5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288ABD6-80F6-DCF6-162F-34C73350A02E}"/>
              </a:ext>
            </a:extLst>
          </p:cNvPr>
          <p:cNvSpPr>
            <a:spLocks noGrp="1"/>
          </p:cNvSpPr>
          <p:nvPr>
            <p:ph type="sldNum" sz="quarter" idx="5"/>
          </p:nvPr>
        </p:nvSpPr>
        <p:spPr/>
        <p:txBody>
          <a:bodyPr/>
          <a:lstStyle/>
          <a:p>
            <a:fld id="{2F99E83D-10BD-4912-838C-C14C2B9472B3}" type="slidenum">
              <a:rPr lang="fr-FR" smtClean="0"/>
              <a:pPr/>
              <a:t>35</a:t>
            </a:fld>
            <a:endParaRPr lang="fr-FR"/>
          </a:p>
        </p:txBody>
      </p:sp>
    </p:spTree>
    <p:extLst>
      <p:ext uri="{BB962C8B-B14F-4D97-AF65-F5344CB8AC3E}">
        <p14:creationId xmlns:p14="http://schemas.microsoft.com/office/powerpoint/2010/main" val="601288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7B65-2A64-E411-F9F6-D22479B93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20E6F-0E84-7B3D-F6DE-4ED38DFEFA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54CD7C-A6FF-21C5-96E5-4FF39B65703F}"/>
              </a:ext>
            </a:extLst>
          </p:cNvPr>
          <p:cNvSpPr>
            <a:spLocks noGrp="1"/>
          </p:cNvSpPr>
          <p:nvPr>
            <p:ph type="body" idx="1"/>
          </p:nvPr>
        </p:nvSpPr>
        <p:spPr/>
        <p:txBody>
          <a:bodyPr/>
          <a:lstStyle/>
          <a:p>
            <a:r>
              <a:rPr lang="en-GB"/>
              <a:t>Costing for new service based on above architecture</a:t>
            </a:r>
          </a:p>
        </p:txBody>
      </p:sp>
      <p:sp>
        <p:nvSpPr>
          <p:cNvPr id="4" name="Slide Number Placeholder 3">
            <a:extLst>
              <a:ext uri="{FF2B5EF4-FFF2-40B4-BE49-F238E27FC236}">
                <a16:creationId xmlns:a16="http://schemas.microsoft.com/office/drawing/2014/main" id="{ED4C6D7F-1279-7B43-9841-6FBFDB770AAD}"/>
              </a:ext>
            </a:extLst>
          </p:cNvPr>
          <p:cNvSpPr>
            <a:spLocks noGrp="1"/>
          </p:cNvSpPr>
          <p:nvPr>
            <p:ph type="sldNum" sz="quarter" idx="5"/>
          </p:nvPr>
        </p:nvSpPr>
        <p:spPr/>
        <p:txBody>
          <a:bodyPr/>
          <a:lstStyle/>
          <a:p>
            <a:pPr>
              <a:defRPr/>
            </a:pPr>
            <a:fld id="{3F81D39D-3348-4331-B67B-FD5E31DD2332}" type="slidenum">
              <a:rPr lang="en-GB" altLang="en-US" smtClean="0"/>
              <a:pPr>
                <a:defRPr/>
              </a:pPr>
              <a:t>41</a:t>
            </a:fld>
            <a:endParaRPr lang="en-GB" altLang="en-US"/>
          </a:p>
        </p:txBody>
      </p:sp>
    </p:spTree>
    <p:extLst>
      <p:ext uri="{BB962C8B-B14F-4D97-AF65-F5344CB8AC3E}">
        <p14:creationId xmlns:p14="http://schemas.microsoft.com/office/powerpoint/2010/main" val="3741452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analysisfunction.civilservice.gov.uk/"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blue rectangle with text&#10;&#10;Description automatically generated">
            <a:extLst>
              <a:ext uri="{FF2B5EF4-FFF2-40B4-BE49-F238E27FC236}">
                <a16:creationId xmlns:a16="http://schemas.microsoft.com/office/drawing/2014/main" id="{341B66B1-01AC-DF2E-4052-BEF26A1036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 y="0"/>
            <a:ext cx="12190815" cy="6858000"/>
          </a:xfrm>
          <a:prstGeom prst="rect">
            <a:avLst/>
          </a:prstGeom>
        </p:spPr>
      </p:pic>
      <p:sp>
        <p:nvSpPr>
          <p:cNvPr id="2" name="Title 1">
            <a:extLst>
              <a:ext uri="{FF2B5EF4-FFF2-40B4-BE49-F238E27FC236}">
                <a16:creationId xmlns:a16="http://schemas.microsoft.com/office/drawing/2014/main" id="{2F945567-38A6-D708-CB77-3A70C6AF9A88}"/>
              </a:ext>
            </a:extLst>
          </p:cNvPr>
          <p:cNvSpPr>
            <a:spLocks noGrp="1"/>
          </p:cNvSpPr>
          <p:nvPr>
            <p:ph type="ctrTitle" hasCustomPrompt="1"/>
          </p:nvPr>
        </p:nvSpPr>
        <p:spPr>
          <a:xfrm>
            <a:off x="1052946" y="1854201"/>
            <a:ext cx="9615055" cy="1152237"/>
          </a:xfrm>
          <a:prstGeom prst="rect">
            <a:avLst/>
          </a:prstGeom>
        </p:spPr>
        <p:txBody>
          <a:bodyPr anchor="b">
            <a:noAutofit/>
          </a:bodyPr>
          <a:lstStyle>
            <a:lvl1pPr algn="l">
              <a:defRPr sz="3600" b="1">
                <a:solidFill>
                  <a:schemeClr val="bg1"/>
                </a:solidFill>
                <a:latin typeface="Arial" panose="020B0604020202020204" pitchFamily="34" charset="0"/>
                <a:cs typeface="Arial" panose="020B0604020202020204" pitchFamily="34" charset="0"/>
              </a:defRPr>
            </a:lvl1pPr>
          </a:lstStyle>
          <a:p>
            <a:r>
              <a:rPr lang="en-US"/>
              <a:t>Digital, Data, Technology and Security</a:t>
            </a:r>
            <a:endParaRPr lang="en-GB"/>
          </a:p>
        </p:txBody>
      </p:sp>
      <p:sp>
        <p:nvSpPr>
          <p:cNvPr id="3" name="Subtitle 2">
            <a:extLst>
              <a:ext uri="{FF2B5EF4-FFF2-40B4-BE49-F238E27FC236}">
                <a16:creationId xmlns:a16="http://schemas.microsoft.com/office/drawing/2014/main" id="{20D24FC9-B35E-85AD-0B34-07A62F136D38}"/>
              </a:ext>
            </a:extLst>
          </p:cNvPr>
          <p:cNvSpPr>
            <a:spLocks noGrp="1"/>
          </p:cNvSpPr>
          <p:nvPr>
            <p:ph type="subTitle" idx="1" hasCustomPrompt="1"/>
          </p:nvPr>
        </p:nvSpPr>
        <p:spPr>
          <a:xfrm>
            <a:off x="1052946" y="3006436"/>
            <a:ext cx="9615055" cy="1429330"/>
          </a:xfrm>
          <a:prstGeom prst="rect">
            <a:avLst/>
          </a:prstGeom>
        </p:spPr>
        <p:txBody>
          <a:bodyPr/>
          <a:lstStyle>
            <a:lvl1pPr marL="0" indent="0" algn="l">
              <a:buNone/>
              <a:defRPr sz="33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Presentation</a:t>
            </a:r>
            <a:endParaRPr lang="en-GB"/>
          </a:p>
        </p:txBody>
      </p:sp>
      <p:sp>
        <p:nvSpPr>
          <p:cNvPr id="4" name="Date Placeholder 3">
            <a:extLst>
              <a:ext uri="{FF2B5EF4-FFF2-40B4-BE49-F238E27FC236}">
                <a16:creationId xmlns:a16="http://schemas.microsoft.com/office/drawing/2014/main" id="{D79A2999-AE28-E0E9-0869-0366CB7D71C0}"/>
              </a:ext>
            </a:extLst>
          </p:cNvPr>
          <p:cNvSpPr>
            <a:spLocks noGrp="1"/>
          </p:cNvSpPr>
          <p:nvPr>
            <p:ph type="dt" sz="half" idx="10"/>
          </p:nvPr>
        </p:nvSpPr>
        <p:spPr>
          <a:xfrm>
            <a:off x="1052945" y="4703619"/>
            <a:ext cx="2743200" cy="365125"/>
          </a:xfrm>
        </p:spPr>
        <p:txBody>
          <a:bodyPr/>
          <a:lstStyle>
            <a:lvl1pPr>
              <a:defRPr sz="1800">
                <a:solidFill>
                  <a:schemeClr val="bg1"/>
                </a:solidFill>
                <a:latin typeface="Arial" panose="020B0604020202020204" pitchFamily="34" charset="0"/>
                <a:cs typeface="Arial" panose="020B0604020202020204" pitchFamily="34" charset="0"/>
              </a:defRPr>
            </a:lvl1pPr>
          </a:lstStyle>
          <a:p>
            <a:fld id="{207830E8-4186-4CA1-A485-554E026BE667}" type="datetime1">
              <a:rPr lang="en-GB" smtClean="0"/>
              <a:t>13/07/2026</a:t>
            </a:fld>
            <a:endParaRPr lang="en-GB"/>
          </a:p>
        </p:txBody>
      </p:sp>
    </p:spTree>
    <p:extLst>
      <p:ext uri="{BB962C8B-B14F-4D97-AF65-F5344CB8AC3E}">
        <p14:creationId xmlns:p14="http://schemas.microsoft.com/office/powerpoint/2010/main" val="9048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B06326C-2F04-A99C-E796-FC8AABB5D3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F945567-38A6-D708-CB77-3A70C6AF9A88}"/>
              </a:ext>
            </a:extLst>
          </p:cNvPr>
          <p:cNvSpPr>
            <a:spLocks noGrp="1"/>
          </p:cNvSpPr>
          <p:nvPr>
            <p:ph type="ctrTitle" hasCustomPrompt="1"/>
          </p:nvPr>
        </p:nvSpPr>
        <p:spPr>
          <a:xfrm>
            <a:off x="1052946" y="1854201"/>
            <a:ext cx="9615055" cy="1152237"/>
          </a:xfrm>
          <a:prstGeom prst="rect">
            <a:avLst/>
          </a:prstGeom>
        </p:spPr>
        <p:txBody>
          <a:bodyPr anchor="b">
            <a:noAutofit/>
          </a:bodyPr>
          <a:lstStyle>
            <a:lvl1pPr algn="l">
              <a:defRPr sz="3600" b="1">
                <a:solidFill>
                  <a:schemeClr val="bg1"/>
                </a:solidFill>
                <a:latin typeface="Arial" panose="020B0604020202020204" pitchFamily="34" charset="0"/>
                <a:cs typeface="Arial" panose="020B0604020202020204" pitchFamily="34" charset="0"/>
              </a:defRPr>
            </a:lvl1pPr>
          </a:lstStyle>
          <a:p>
            <a:r>
              <a:rPr lang="en-US"/>
              <a:t>Digital, Data, Technology and Security</a:t>
            </a:r>
            <a:endParaRPr lang="en-GB"/>
          </a:p>
        </p:txBody>
      </p:sp>
      <p:sp>
        <p:nvSpPr>
          <p:cNvPr id="3" name="Subtitle 2">
            <a:extLst>
              <a:ext uri="{FF2B5EF4-FFF2-40B4-BE49-F238E27FC236}">
                <a16:creationId xmlns:a16="http://schemas.microsoft.com/office/drawing/2014/main" id="{20D24FC9-B35E-85AD-0B34-07A62F136D38}"/>
              </a:ext>
            </a:extLst>
          </p:cNvPr>
          <p:cNvSpPr>
            <a:spLocks noGrp="1"/>
          </p:cNvSpPr>
          <p:nvPr>
            <p:ph type="subTitle" idx="1" hasCustomPrompt="1"/>
          </p:nvPr>
        </p:nvSpPr>
        <p:spPr>
          <a:xfrm>
            <a:off x="1052946" y="3006436"/>
            <a:ext cx="9615055" cy="1429330"/>
          </a:xfrm>
          <a:prstGeom prst="rect">
            <a:avLst/>
          </a:prstGeom>
        </p:spPr>
        <p:txBody>
          <a:bodyPr/>
          <a:lstStyle>
            <a:lvl1pPr marL="0" indent="0" algn="l">
              <a:buNone/>
              <a:defRPr sz="33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Presentation</a:t>
            </a:r>
            <a:endParaRPr lang="en-GB"/>
          </a:p>
        </p:txBody>
      </p:sp>
      <p:sp>
        <p:nvSpPr>
          <p:cNvPr id="4" name="Date Placeholder 3">
            <a:extLst>
              <a:ext uri="{FF2B5EF4-FFF2-40B4-BE49-F238E27FC236}">
                <a16:creationId xmlns:a16="http://schemas.microsoft.com/office/drawing/2014/main" id="{D79A2999-AE28-E0E9-0869-0366CB7D71C0}"/>
              </a:ext>
            </a:extLst>
          </p:cNvPr>
          <p:cNvSpPr>
            <a:spLocks noGrp="1"/>
          </p:cNvSpPr>
          <p:nvPr>
            <p:ph type="dt" sz="half" idx="10"/>
          </p:nvPr>
        </p:nvSpPr>
        <p:spPr>
          <a:xfrm>
            <a:off x="1052945" y="4703619"/>
            <a:ext cx="2743200" cy="365125"/>
          </a:xfrm>
        </p:spPr>
        <p:txBody>
          <a:bodyPr/>
          <a:lstStyle>
            <a:lvl1pPr>
              <a:defRPr sz="1800">
                <a:solidFill>
                  <a:schemeClr val="bg1"/>
                </a:solidFill>
                <a:latin typeface="Arial" panose="020B0604020202020204" pitchFamily="34" charset="0"/>
                <a:cs typeface="Arial" panose="020B0604020202020204" pitchFamily="34" charset="0"/>
              </a:defRPr>
            </a:lvl1pPr>
          </a:lstStyle>
          <a:p>
            <a:fld id="{F8FF5EBD-5453-467A-9C37-61502790AFB9}" type="datetime1">
              <a:rPr lang="en-GB" smtClean="0"/>
              <a:t>13/07/2026</a:t>
            </a:fld>
            <a:endParaRPr lang="en-GB"/>
          </a:p>
        </p:txBody>
      </p:sp>
    </p:spTree>
    <p:extLst>
      <p:ext uri="{BB962C8B-B14F-4D97-AF65-F5344CB8AC3E}">
        <p14:creationId xmlns:p14="http://schemas.microsoft.com/office/powerpoint/2010/main" val="2252571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stand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p:nvPr>
        </p:nvSpPr>
        <p:spPr>
          <a:xfrm>
            <a:off x="838200" y="1445780"/>
            <a:ext cx="10515600" cy="1068821"/>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8678563-1A68-E38D-C602-E7A39A70DC88}"/>
              </a:ext>
            </a:extLst>
          </p:cNvPr>
          <p:cNvSpPr>
            <a:spLocks noGrp="1"/>
          </p:cNvSpPr>
          <p:nvPr>
            <p:ph idx="1"/>
          </p:nvPr>
        </p:nvSpPr>
        <p:spPr>
          <a:xfrm>
            <a:off x="838200" y="2623695"/>
            <a:ext cx="10515600" cy="32675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FE0E3503-ED52-4F68-9217-0ED245CF125C}" type="datetime1">
              <a:rPr lang="en-GB" smtClean="0"/>
              <a:t>13/07/2026</a:t>
            </a:fld>
            <a:endParaRPr lang="en-GB"/>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1292720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lou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err="1"/>
              <a:t>Colour</a:t>
            </a:r>
            <a:r>
              <a:rPr lang="en-US"/>
              <a:t> palette for DDTS</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77A69263-40A0-4C6B-B7BB-92247C332F1E}" type="datetime1">
              <a:rPr lang="en-GB" smtClean="0"/>
              <a:t>13/07/2026</a:t>
            </a:fld>
            <a:endParaRPr lang="en-GB"/>
          </a:p>
        </p:txBody>
      </p:sp>
      <p:sp>
        <p:nvSpPr>
          <p:cNvPr id="5" name="Footer Placeholder 4">
            <a:extLst>
              <a:ext uri="{FF2B5EF4-FFF2-40B4-BE49-F238E27FC236}">
                <a16:creationId xmlns:a16="http://schemas.microsoft.com/office/drawing/2014/main" id="{F1DFC8CD-887E-A8F9-0FE1-91853DE498C1}"/>
              </a:ext>
            </a:extLst>
          </p:cNvPr>
          <p:cNvSpPr>
            <a:spLocks noGrp="1"/>
          </p:cNvSpPr>
          <p:nvPr>
            <p:ph type="ftr" sz="quarter" idx="11"/>
          </p:nvPr>
        </p:nvSpPr>
        <p:spPr/>
        <p:txBody>
          <a:bodyPr/>
          <a:lstStyle/>
          <a:p>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
        <p:nvSpPr>
          <p:cNvPr id="9" name="TextBox 8">
            <a:extLst>
              <a:ext uri="{FF2B5EF4-FFF2-40B4-BE49-F238E27FC236}">
                <a16:creationId xmlns:a16="http://schemas.microsoft.com/office/drawing/2014/main" id="{543B5640-0FAD-E2E1-27AC-2DB8554A513A}"/>
              </a:ext>
            </a:extLst>
          </p:cNvPr>
          <p:cNvSpPr txBox="1"/>
          <p:nvPr/>
        </p:nvSpPr>
        <p:spPr>
          <a:xfrm>
            <a:off x="838200" y="2871787"/>
            <a:ext cx="5040000" cy="1292662"/>
          </a:xfrm>
          <a:prstGeom prst="rect">
            <a:avLst/>
          </a:prstGeom>
          <a:solidFill>
            <a:srgbClr val="28718F"/>
          </a:solidFill>
        </p:spPr>
        <p:txBody>
          <a:bodyPr wrap="square" rtlCol="0">
            <a:spAutoFit/>
          </a:bodyPr>
          <a:lstStyle/>
          <a:p>
            <a:pPr lvl="0" algn="ctr"/>
            <a:endParaRPr lang="en-US" sz="1800">
              <a:solidFill>
                <a:schemeClr val="bg1"/>
              </a:solidFill>
              <a:latin typeface="Arial" panose="020B0604020202020204" pitchFamily="34" charset="0"/>
              <a:cs typeface="Arial" panose="020B0604020202020204" pitchFamily="34" charset="0"/>
            </a:endParaRPr>
          </a:p>
          <a:p>
            <a:pPr lvl="0" algn="ctr"/>
            <a:r>
              <a:rPr lang="en-US" sz="1800">
                <a:solidFill>
                  <a:schemeClr val="bg1"/>
                </a:solidFill>
                <a:latin typeface="Arial" panose="020B0604020202020204" pitchFamily="34" charset="0"/>
                <a:cs typeface="Arial" panose="020B0604020202020204" pitchFamily="34" charset="0"/>
              </a:rPr>
              <a:t>RGB 40/113/143</a:t>
            </a:r>
          </a:p>
          <a:p>
            <a:pPr lvl="0" algn="ctr"/>
            <a:r>
              <a:rPr lang="en-US" sz="1800">
                <a:solidFill>
                  <a:schemeClr val="bg1"/>
                </a:solidFill>
                <a:latin typeface="Arial" panose="020B0604020202020204" pitchFamily="34" charset="0"/>
                <a:cs typeface="Arial" panose="020B0604020202020204" pitchFamily="34" charset="0"/>
              </a:rPr>
              <a:t>#28718F</a:t>
            </a:r>
          </a:p>
          <a:p>
            <a:pPr lvl="0"/>
            <a:endParaRPr lang="en-US" sz="240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E2BD3F-63FB-BFFA-CF9F-F452F0B0A1D1}"/>
              </a:ext>
            </a:extLst>
          </p:cNvPr>
          <p:cNvSpPr txBox="1"/>
          <p:nvPr/>
        </p:nvSpPr>
        <p:spPr>
          <a:xfrm>
            <a:off x="6313803" y="2890393"/>
            <a:ext cx="5040000" cy="646331"/>
          </a:xfrm>
          <a:prstGeom prst="rect">
            <a:avLst/>
          </a:prstGeom>
          <a:solidFill>
            <a:srgbClr val="00A33B"/>
          </a:solidFill>
        </p:spPr>
        <p:txBody>
          <a:bodyPr wrap="square" rtlCol="0">
            <a:spAutoFit/>
          </a:bodyPr>
          <a:lstStyle/>
          <a:p>
            <a:pPr lvl="0" algn="ctr"/>
            <a:r>
              <a:rPr lang="en-US" sz="1800">
                <a:solidFill>
                  <a:schemeClr val="bg1"/>
                </a:solidFill>
                <a:latin typeface="Arial" panose="020B0604020202020204" pitchFamily="34" charset="0"/>
                <a:cs typeface="Arial" panose="020B0604020202020204" pitchFamily="34" charset="0"/>
              </a:rPr>
              <a:t>RGB 0/175/65</a:t>
            </a:r>
          </a:p>
          <a:p>
            <a:pPr lvl="0" algn="ctr"/>
            <a:r>
              <a:rPr lang="en-US" sz="1800">
                <a:solidFill>
                  <a:schemeClr val="bg1"/>
                </a:solidFill>
                <a:latin typeface="Arial" panose="020B0604020202020204" pitchFamily="34" charset="0"/>
                <a:cs typeface="Arial" panose="020B0604020202020204" pitchFamily="34" charset="0"/>
              </a:rPr>
              <a:t>#00A33B</a:t>
            </a:r>
          </a:p>
        </p:txBody>
      </p:sp>
      <p:sp>
        <p:nvSpPr>
          <p:cNvPr id="11" name="TextBox 10">
            <a:extLst>
              <a:ext uri="{FF2B5EF4-FFF2-40B4-BE49-F238E27FC236}">
                <a16:creationId xmlns:a16="http://schemas.microsoft.com/office/drawing/2014/main" id="{B95F5F2B-EAC7-D9FD-20E9-87779048C352}"/>
              </a:ext>
            </a:extLst>
          </p:cNvPr>
          <p:cNvSpPr txBox="1"/>
          <p:nvPr/>
        </p:nvSpPr>
        <p:spPr>
          <a:xfrm>
            <a:off x="6313803" y="3819453"/>
            <a:ext cx="5040000" cy="646331"/>
          </a:xfrm>
          <a:prstGeom prst="rect">
            <a:avLst/>
          </a:prstGeom>
          <a:solidFill>
            <a:schemeClr val="tx1"/>
          </a:solidFill>
        </p:spPr>
        <p:txBody>
          <a:bodyPr wrap="square" rtlCol="0">
            <a:spAutoFit/>
          </a:bodyPr>
          <a:lstStyle/>
          <a:p>
            <a:pPr lvl="0" algn="ctr"/>
            <a:r>
              <a:rPr lang="en-US" sz="1800">
                <a:solidFill>
                  <a:schemeClr val="bg1"/>
                </a:solidFill>
                <a:latin typeface="Arial" panose="020B0604020202020204" pitchFamily="34" charset="0"/>
                <a:cs typeface="Arial" panose="020B0604020202020204" pitchFamily="34" charset="0"/>
              </a:rPr>
              <a:t>RGB 0/0/0</a:t>
            </a:r>
          </a:p>
          <a:p>
            <a:pPr lvl="0" algn="ctr"/>
            <a:r>
              <a:rPr lang="en-US" sz="1800">
                <a:solidFill>
                  <a:schemeClr val="bg1"/>
                </a:solidFill>
                <a:latin typeface="Arial" panose="020B0604020202020204" pitchFamily="34" charset="0"/>
                <a:cs typeface="Arial" panose="020B0604020202020204" pitchFamily="34" charset="0"/>
              </a:rPr>
              <a:t>#000000</a:t>
            </a:r>
          </a:p>
        </p:txBody>
      </p:sp>
      <p:sp>
        <p:nvSpPr>
          <p:cNvPr id="8" name="TextBox 7">
            <a:extLst>
              <a:ext uri="{FF2B5EF4-FFF2-40B4-BE49-F238E27FC236}">
                <a16:creationId xmlns:a16="http://schemas.microsoft.com/office/drawing/2014/main" id="{3141BB2C-9353-2AA4-CB65-D5735A237D1F}"/>
              </a:ext>
            </a:extLst>
          </p:cNvPr>
          <p:cNvSpPr txBox="1"/>
          <p:nvPr/>
        </p:nvSpPr>
        <p:spPr>
          <a:xfrm>
            <a:off x="838200" y="4715598"/>
            <a:ext cx="10515600" cy="830997"/>
          </a:xfrm>
          <a:prstGeom prst="rect">
            <a:avLst/>
          </a:prstGeom>
          <a:noFill/>
        </p:spPr>
        <p:txBody>
          <a:bodyPr wrap="square">
            <a:spAutoFit/>
          </a:bodyPr>
          <a:lstStyle/>
          <a:p>
            <a:pPr marL="0"/>
            <a:r>
              <a:rPr lang="en-GB" sz="2400" kern="100">
                <a:effectLst/>
                <a:latin typeface="Arial" panose="020B0604020202020204" pitchFamily="34" charset="0"/>
                <a:ea typeface="Times New Roman" panose="02020603050405020304" pitchFamily="18" charset="0"/>
                <a:cs typeface="Arial" panose="020B0604020202020204" pitchFamily="34" charset="0"/>
              </a:rPr>
              <a:t>These colours should be used for tables, icons, graphic elements etc. For data visualisation (graphs, charts) see the data visualisation slide</a:t>
            </a:r>
          </a:p>
        </p:txBody>
      </p:sp>
    </p:spTree>
    <p:extLst>
      <p:ext uri="{BB962C8B-B14F-4D97-AF65-F5344CB8AC3E}">
        <p14:creationId xmlns:p14="http://schemas.microsoft.com/office/powerpoint/2010/main" val="1131210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ta visualis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a:t>Data </a:t>
            </a:r>
            <a:r>
              <a:rPr lang="en-US" err="1"/>
              <a:t>visualisation</a:t>
            </a:r>
            <a:r>
              <a:rPr lang="en-US"/>
              <a:t> slide</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0B63D4F7-FB46-4AB0-87A0-EEBFDACCCCBB}" type="datetime1">
              <a:rPr lang="en-GB" smtClean="0"/>
              <a:t>13/07/2026</a:t>
            </a:fld>
            <a:endParaRPr lang="en-GB"/>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
        <p:nvSpPr>
          <p:cNvPr id="8" name="TextBox 7">
            <a:extLst>
              <a:ext uri="{FF2B5EF4-FFF2-40B4-BE49-F238E27FC236}">
                <a16:creationId xmlns:a16="http://schemas.microsoft.com/office/drawing/2014/main" id="{22750401-3020-45CB-0EC9-018D2A24DFD2}"/>
              </a:ext>
            </a:extLst>
          </p:cNvPr>
          <p:cNvSpPr txBox="1"/>
          <p:nvPr/>
        </p:nvSpPr>
        <p:spPr>
          <a:xfrm>
            <a:off x="5850732" y="2635241"/>
            <a:ext cx="5503069" cy="1962076"/>
          </a:xfrm>
          <a:prstGeom prst="rect">
            <a:avLst/>
          </a:prstGeom>
          <a:noFill/>
        </p:spPr>
        <p:txBody>
          <a:bodyPr wrap="square">
            <a:spAutoFit/>
          </a:bodyPr>
          <a:lstStyle/>
          <a:p>
            <a:pPr marL="0"/>
            <a:r>
              <a:rPr lang="en-GB" sz="1350" kern="100">
                <a:effectLst/>
                <a:latin typeface="Arial" panose="020B0604020202020204" pitchFamily="34" charset="0"/>
                <a:ea typeface="Times New Roman" panose="02020603050405020304" pitchFamily="18" charset="0"/>
                <a:cs typeface="Arial" panose="020B0604020202020204" pitchFamily="34" charset="0"/>
              </a:rPr>
              <a:t>Anyone needing to represent data in a visual way (</a:t>
            </a:r>
            <a:r>
              <a:rPr lang="en-GB" sz="1350" kern="100" err="1">
                <a:effectLst/>
                <a:latin typeface="Arial" panose="020B0604020202020204" pitchFamily="34" charset="0"/>
                <a:ea typeface="Times New Roman" panose="02020603050405020304" pitchFamily="18" charset="0"/>
                <a:cs typeface="Arial" panose="020B0604020202020204" pitchFamily="34" charset="0"/>
              </a:rPr>
              <a:t>eg.</a:t>
            </a:r>
            <a:r>
              <a:rPr lang="en-GB" sz="1350" kern="100">
                <a:effectLst/>
                <a:latin typeface="Arial" panose="020B0604020202020204" pitchFamily="34" charset="0"/>
                <a:ea typeface="Times New Roman" panose="02020603050405020304" pitchFamily="18" charset="0"/>
                <a:cs typeface="Arial" panose="020B0604020202020204" pitchFamily="34" charset="0"/>
              </a:rPr>
              <a:t> via a chart or infographic, etc) is advised to read the </a:t>
            </a:r>
            <a:r>
              <a:rPr lang="en-GB" sz="1350" b="1" kern="100">
                <a:effectLst/>
                <a:latin typeface="Arial" panose="020B0604020202020204" pitchFamily="34" charset="0"/>
                <a:ea typeface="Times New Roman" panose="02020603050405020304" pitchFamily="18" charset="0"/>
                <a:cs typeface="Arial" panose="020B0604020202020204" pitchFamily="34" charset="0"/>
              </a:rPr>
              <a:t>Government Analysis Function</a:t>
            </a:r>
            <a:r>
              <a:rPr lang="en-GB" sz="1350" kern="100">
                <a:effectLst/>
                <a:latin typeface="Arial" panose="020B0604020202020204" pitchFamily="34" charset="0"/>
                <a:ea typeface="Times New Roman" panose="02020603050405020304" pitchFamily="18" charset="0"/>
                <a:cs typeface="Arial" panose="020B0604020202020204" pitchFamily="34" charset="0"/>
              </a:rPr>
              <a:t> guidance on data visualisation.  This covers issues such as selecting the right type of visual approach for the data type and the accessibility standards expected of government bodies when publishing data.</a:t>
            </a:r>
          </a:p>
          <a:p>
            <a:pPr marL="0"/>
            <a:r>
              <a:rPr lang="en-GB" sz="1350" kern="100">
                <a:effectLst/>
                <a:latin typeface="Arial" panose="020B0604020202020204" pitchFamily="34" charset="0"/>
                <a:ea typeface="Times New Roman" panose="02020603050405020304" pitchFamily="18" charset="0"/>
                <a:cs typeface="Arial" panose="020B0604020202020204" pitchFamily="34" charset="0"/>
              </a:rPr>
              <a:t>Follow this link - </a:t>
            </a:r>
            <a:r>
              <a:rPr lang="en-GB" sz="1350" u="sng" kern="10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2"/>
              </a:rPr>
              <a:t>https://analysisfunction.civilservice.gov.uk/</a:t>
            </a:r>
            <a:r>
              <a:rPr lang="en-GB" sz="1350" kern="100">
                <a:effectLst/>
                <a:latin typeface="Arial" panose="020B0604020202020204" pitchFamily="34" charset="0"/>
                <a:ea typeface="Times New Roman" panose="02020603050405020304" pitchFamily="18" charset="0"/>
                <a:cs typeface="Arial" panose="020B0604020202020204" pitchFamily="34" charset="0"/>
              </a:rPr>
              <a:t> - click on ‘Guidance Hub’, type ‘data visualisation’ in to the Filter text box, select ‘guidance’ in the lower drop-down box and click ‘Go’.</a:t>
            </a:r>
          </a:p>
        </p:txBody>
      </p:sp>
      <p:pic>
        <p:nvPicPr>
          <p:cNvPr id="7" name="Graphic 6">
            <a:extLst>
              <a:ext uri="{FF2B5EF4-FFF2-40B4-BE49-F238E27FC236}">
                <a16:creationId xmlns:a16="http://schemas.microsoft.com/office/drawing/2014/main" id="{BFD1CF17-E47A-220F-EAB2-14509F1F7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1" y="2747949"/>
            <a:ext cx="5012531" cy="3303612"/>
          </a:xfrm>
          <a:prstGeom prst="rect">
            <a:avLst/>
          </a:prstGeom>
        </p:spPr>
      </p:pic>
    </p:spTree>
    <p:extLst>
      <p:ext uri="{BB962C8B-B14F-4D97-AF65-F5344CB8AC3E}">
        <p14:creationId xmlns:p14="http://schemas.microsoft.com/office/powerpoint/2010/main" val="1221910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a:t>Icons</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3257F173-904B-4650-95A7-4EA826F14BBC}" type="datetime1">
              <a:rPr lang="en-GB" smtClean="0"/>
              <a:t>13/07/2026</a:t>
            </a:fld>
            <a:endParaRPr lang="en-GB"/>
          </a:p>
        </p:txBody>
      </p:sp>
      <p:sp>
        <p:nvSpPr>
          <p:cNvPr id="5" name="Footer Placeholder 4">
            <a:extLst>
              <a:ext uri="{FF2B5EF4-FFF2-40B4-BE49-F238E27FC236}">
                <a16:creationId xmlns:a16="http://schemas.microsoft.com/office/drawing/2014/main" id="{F1DFC8CD-887E-A8F9-0FE1-91853DE498C1}"/>
              </a:ext>
            </a:extLst>
          </p:cNvPr>
          <p:cNvSpPr>
            <a:spLocks noGrp="1"/>
          </p:cNvSpPr>
          <p:nvPr>
            <p:ph type="ftr" sz="quarter" idx="11"/>
          </p:nvPr>
        </p:nvSpPr>
        <p:spPr/>
        <p:txBody>
          <a:bodyPr/>
          <a:lstStyle/>
          <a:p>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grpSp>
        <p:nvGrpSpPr>
          <p:cNvPr id="12" name="Group 11">
            <a:extLst>
              <a:ext uri="{FF2B5EF4-FFF2-40B4-BE49-F238E27FC236}">
                <a16:creationId xmlns:a16="http://schemas.microsoft.com/office/drawing/2014/main" id="{F6DF0762-3E52-E798-592D-C53863659BA5}"/>
              </a:ext>
            </a:extLst>
          </p:cNvPr>
          <p:cNvGrpSpPr/>
          <p:nvPr/>
        </p:nvGrpSpPr>
        <p:grpSpPr>
          <a:xfrm>
            <a:off x="1756171" y="3300413"/>
            <a:ext cx="914400" cy="914400"/>
            <a:chOff x="1756171" y="3300413"/>
            <a:chExt cx="914400" cy="914400"/>
          </a:xfrm>
        </p:grpSpPr>
        <p:sp>
          <p:nvSpPr>
            <p:cNvPr id="10" name="Oval 9">
              <a:extLst>
                <a:ext uri="{FF2B5EF4-FFF2-40B4-BE49-F238E27FC236}">
                  <a16:creationId xmlns:a16="http://schemas.microsoft.com/office/drawing/2014/main" id="{A649AB38-EDB3-B64D-3019-8DF3B194DC70}"/>
                </a:ext>
              </a:extLst>
            </p:cNvPr>
            <p:cNvSpPr/>
            <p:nvPr userDrawn="1"/>
          </p:nvSpPr>
          <p:spPr>
            <a:xfrm>
              <a:off x="1756171" y="3300413"/>
              <a:ext cx="914400" cy="914400"/>
            </a:xfrm>
            <a:prstGeom prst="ellipse">
              <a:avLst/>
            </a:prstGeom>
            <a:solidFill>
              <a:srgbClr val="2871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User with solid fill">
              <a:extLst>
                <a:ext uri="{FF2B5EF4-FFF2-40B4-BE49-F238E27FC236}">
                  <a16:creationId xmlns:a16="http://schemas.microsoft.com/office/drawing/2014/main" id="{D11D4016-84BA-E9C4-4D45-67E49863347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35371" y="3379613"/>
              <a:ext cx="756000" cy="756000"/>
            </a:xfrm>
            <a:prstGeom prst="rect">
              <a:avLst/>
            </a:prstGeom>
          </p:spPr>
        </p:pic>
      </p:grpSp>
      <p:grpSp>
        <p:nvGrpSpPr>
          <p:cNvPr id="24" name="Group 23">
            <a:extLst>
              <a:ext uri="{FF2B5EF4-FFF2-40B4-BE49-F238E27FC236}">
                <a16:creationId xmlns:a16="http://schemas.microsoft.com/office/drawing/2014/main" id="{805D6E66-FF32-4394-21B3-28F74C810929}"/>
              </a:ext>
            </a:extLst>
          </p:cNvPr>
          <p:cNvGrpSpPr/>
          <p:nvPr/>
        </p:nvGrpSpPr>
        <p:grpSpPr>
          <a:xfrm>
            <a:off x="3124200" y="3300413"/>
            <a:ext cx="914400" cy="914400"/>
            <a:chOff x="3124200" y="3300413"/>
            <a:chExt cx="914400" cy="914400"/>
          </a:xfrm>
        </p:grpSpPr>
        <p:sp>
          <p:nvSpPr>
            <p:cNvPr id="14" name="Oval 13">
              <a:extLst>
                <a:ext uri="{FF2B5EF4-FFF2-40B4-BE49-F238E27FC236}">
                  <a16:creationId xmlns:a16="http://schemas.microsoft.com/office/drawing/2014/main" id="{5B73EAB7-F95D-2EFB-57C3-F3ADC8CEAF21}"/>
                </a:ext>
              </a:extLst>
            </p:cNvPr>
            <p:cNvSpPr/>
            <p:nvPr userDrawn="1"/>
          </p:nvSpPr>
          <p:spPr>
            <a:xfrm>
              <a:off x="3124200" y="3300413"/>
              <a:ext cx="914400" cy="914400"/>
            </a:xfrm>
            <a:prstGeom prst="ellipse">
              <a:avLst/>
            </a:prstGeom>
            <a:solidFill>
              <a:srgbClr val="2871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Graphic 22" descr="Chat with solid fill">
              <a:extLst>
                <a:ext uri="{FF2B5EF4-FFF2-40B4-BE49-F238E27FC236}">
                  <a16:creationId xmlns:a16="http://schemas.microsoft.com/office/drawing/2014/main" id="{D13913CE-4555-789E-20D6-225F030BDC2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26507" y="3402720"/>
              <a:ext cx="709787" cy="709787"/>
            </a:xfrm>
            <a:prstGeom prst="rect">
              <a:avLst/>
            </a:prstGeom>
          </p:spPr>
        </p:pic>
      </p:grpSp>
      <p:grpSp>
        <p:nvGrpSpPr>
          <p:cNvPr id="27" name="Group 26">
            <a:extLst>
              <a:ext uri="{FF2B5EF4-FFF2-40B4-BE49-F238E27FC236}">
                <a16:creationId xmlns:a16="http://schemas.microsoft.com/office/drawing/2014/main" id="{2B4D00DD-69F4-FFAF-F8CA-19E7C05DCCEB}"/>
              </a:ext>
            </a:extLst>
          </p:cNvPr>
          <p:cNvGrpSpPr/>
          <p:nvPr/>
        </p:nvGrpSpPr>
        <p:grpSpPr>
          <a:xfrm>
            <a:off x="2447115" y="4294013"/>
            <a:ext cx="914400" cy="914400"/>
            <a:chOff x="2447114" y="4294013"/>
            <a:chExt cx="914400" cy="914400"/>
          </a:xfrm>
        </p:grpSpPr>
        <p:sp>
          <p:nvSpPr>
            <p:cNvPr id="17" name="Oval 16">
              <a:extLst>
                <a:ext uri="{FF2B5EF4-FFF2-40B4-BE49-F238E27FC236}">
                  <a16:creationId xmlns:a16="http://schemas.microsoft.com/office/drawing/2014/main" id="{4834402D-AD5B-D7AF-D407-138DB620398C}"/>
                </a:ext>
              </a:extLst>
            </p:cNvPr>
            <p:cNvSpPr/>
            <p:nvPr userDrawn="1"/>
          </p:nvSpPr>
          <p:spPr>
            <a:xfrm>
              <a:off x="2447114" y="4294013"/>
              <a:ext cx="914400" cy="914400"/>
            </a:xfrm>
            <a:prstGeom prst="ellipse">
              <a:avLst/>
            </a:prstGeom>
            <a:solidFill>
              <a:schemeClr val="bg1"/>
            </a:solidFill>
            <a:ln>
              <a:solidFill>
                <a:srgbClr val="287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descr="Bar chart with solid fill">
              <a:extLst>
                <a:ext uri="{FF2B5EF4-FFF2-40B4-BE49-F238E27FC236}">
                  <a16:creationId xmlns:a16="http://schemas.microsoft.com/office/drawing/2014/main" id="{DC3364F8-492A-E8AE-DEB6-8852FD35F6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71403" y="4406900"/>
              <a:ext cx="655104" cy="655104"/>
            </a:xfrm>
            <a:prstGeom prst="rect">
              <a:avLst/>
            </a:prstGeom>
          </p:spPr>
        </p:pic>
      </p:grpSp>
      <p:grpSp>
        <p:nvGrpSpPr>
          <p:cNvPr id="30" name="Group 29">
            <a:extLst>
              <a:ext uri="{FF2B5EF4-FFF2-40B4-BE49-F238E27FC236}">
                <a16:creationId xmlns:a16="http://schemas.microsoft.com/office/drawing/2014/main" id="{1C737604-0490-573D-D407-E2BD911E341A}"/>
              </a:ext>
            </a:extLst>
          </p:cNvPr>
          <p:cNvGrpSpPr/>
          <p:nvPr/>
        </p:nvGrpSpPr>
        <p:grpSpPr>
          <a:xfrm>
            <a:off x="3815143" y="4294013"/>
            <a:ext cx="914400" cy="914400"/>
            <a:chOff x="3815143" y="4294013"/>
            <a:chExt cx="914400" cy="914400"/>
          </a:xfrm>
        </p:grpSpPr>
        <p:sp>
          <p:nvSpPr>
            <p:cNvPr id="20" name="Oval 19">
              <a:extLst>
                <a:ext uri="{FF2B5EF4-FFF2-40B4-BE49-F238E27FC236}">
                  <a16:creationId xmlns:a16="http://schemas.microsoft.com/office/drawing/2014/main" id="{3EA16D47-5762-B12D-FDED-817E9BE3EDFD}"/>
                </a:ext>
              </a:extLst>
            </p:cNvPr>
            <p:cNvSpPr/>
            <p:nvPr userDrawn="1"/>
          </p:nvSpPr>
          <p:spPr>
            <a:xfrm>
              <a:off x="3815143" y="4294013"/>
              <a:ext cx="914400" cy="914400"/>
            </a:xfrm>
            <a:prstGeom prst="ellipse">
              <a:avLst/>
            </a:prstGeom>
            <a:solidFill>
              <a:schemeClr val="bg1"/>
            </a:solidFill>
            <a:ln>
              <a:solidFill>
                <a:srgbClr val="287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descr="Cloud with solid fill">
              <a:extLst>
                <a:ext uri="{FF2B5EF4-FFF2-40B4-BE49-F238E27FC236}">
                  <a16:creationId xmlns:a16="http://schemas.microsoft.com/office/drawing/2014/main" id="{786E3CF1-F1F4-09AA-2177-6CAEA3C9D43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94101" y="4343401"/>
              <a:ext cx="770405" cy="770405"/>
            </a:xfrm>
            <a:prstGeom prst="rect">
              <a:avLst/>
            </a:prstGeom>
          </p:spPr>
        </p:pic>
      </p:grpSp>
      <p:sp>
        <p:nvSpPr>
          <p:cNvPr id="33" name="TextBox 32">
            <a:extLst>
              <a:ext uri="{FF2B5EF4-FFF2-40B4-BE49-F238E27FC236}">
                <a16:creationId xmlns:a16="http://schemas.microsoft.com/office/drawing/2014/main" id="{24F50DC7-F2CA-96F1-8F28-FEBF4F5EF4B7}"/>
              </a:ext>
            </a:extLst>
          </p:cNvPr>
          <p:cNvSpPr txBox="1"/>
          <p:nvPr/>
        </p:nvSpPr>
        <p:spPr>
          <a:xfrm>
            <a:off x="5514109" y="2967336"/>
            <a:ext cx="5839691" cy="1200329"/>
          </a:xfrm>
          <a:prstGeom prst="rect">
            <a:avLst/>
          </a:prstGeom>
          <a:noFill/>
        </p:spPr>
        <p:txBody>
          <a:bodyPr wrap="square">
            <a:spAutoFit/>
          </a:bodyPr>
          <a:lstStyle/>
          <a:p>
            <a:pPr marL="0"/>
            <a:r>
              <a:rPr lang="en-GB" sz="2400" kern="100">
                <a:effectLst/>
                <a:latin typeface="Arial" panose="020B0604020202020204" pitchFamily="34" charset="0"/>
                <a:ea typeface="Times New Roman" panose="02020603050405020304" pitchFamily="18" charset="0"/>
                <a:cs typeface="Arial" panose="020B0604020202020204" pitchFamily="34" charset="0"/>
              </a:rPr>
              <a:t>To insert an icon, select ‘Insert&gt;Icon’, and then adjust position, colour and size, over a circle, as the examples on this page.</a:t>
            </a:r>
          </a:p>
        </p:txBody>
      </p:sp>
    </p:spTree>
    <p:extLst>
      <p:ext uri="{BB962C8B-B14F-4D97-AF65-F5344CB8AC3E}">
        <p14:creationId xmlns:p14="http://schemas.microsoft.com/office/powerpoint/2010/main" val="278304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8359-0548-C57F-2515-144881D574FF}"/>
              </a:ext>
            </a:extLst>
          </p:cNvPr>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B8835DC-6F3A-1F65-B369-97C9045800B9}"/>
              </a:ext>
            </a:extLst>
          </p:cNvPr>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8A7B5C-B1E8-B90D-8F4E-7AADB73ED2D4}"/>
              </a:ext>
            </a:extLst>
          </p:cNvPr>
          <p:cNvSpPr>
            <a:spLocks noGrp="1"/>
          </p:cNvSpPr>
          <p:nvPr>
            <p:ph type="dt" sz="half" idx="10"/>
          </p:nvPr>
        </p:nvSpPr>
        <p:spPr/>
        <p:txBody>
          <a:bodyPr/>
          <a:lstStyle/>
          <a:p>
            <a:fld id="{33EEE589-BE86-4266-84C7-A1B235D2A665}" type="datetime1">
              <a:rPr lang="en-GB" smtClean="0"/>
              <a:t>13/07/2026</a:t>
            </a:fld>
            <a:endParaRPr lang="en-GB"/>
          </a:p>
        </p:txBody>
      </p:sp>
      <p:sp>
        <p:nvSpPr>
          <p:cNvPr id="6" name="Slide Number Placeholder 5">
            <a:extLst>
              <a:ext uri="{FF2B5EF4-FFF2-40B4-BE49-F238E27FC236}">
                <a16:creationId xmlns:a16="http://schemas.microsoft.com/office/drawing/2014/main" id="{5999C2BF-D135-8702-A492-0E350812ABE7}"/>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404786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4D3EB-943E-162C-321D-55119CBA07AC}"/>
              </a:ext>
            </a:extLst>
          </p:cNvPr>
          <p:cNvSpPr>
            <a:spLocks noGrp="1"/>
          </p:cNvSpPr>
          <p:nvPr>
            <p:ph type="title"/>
          </p:nvPr>
        </p:nvSpPr>
        <p:spPr>
          <a:xfrm>
            <a:off x="838200" y="1445780"/>
            <a:ext cx="10515600" cy="1068821"/>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DDF79C5-0E26-814C-1F5D-FBF6C0D059F2}"/>
              </a:ext>
            </a:extLst>
          </p:cNvPr>
          <p:cNvSpPr>
            <a:spLocks noGrp="1"/>
          </p:cNvSpPr>
          <p:nvPr>
            <p:ph sz="half" idx="1"/>
          </p:nvPr>
        </p:nvSpPr>
        <p:spPr>
          <a:xfrm>
            <a:off x="838200" y="2622547"/>
            <a:ext cx="5181600" cy="35544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4CB950D7-D34C-AB15-F3E9-07EAE73BC59E}"/>
              </a:ext>
            </a:extLst>
          </p:cNvPr>
          <p:cNvSpPr>
            <a:spLocks noGrp="1"/>
          </p:cNvSpPr>
          <p:nvPr>
            <p:ph sz="half" idx="2"/>
          </p:nvPr>
        </p:nvSpPr>
        <p:spPr>
          <a:xfrm>
            <a:off x="6172200" y="2622547"/>
            <a:ext cx="5181600" cy="355441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B13792B2-E312-C3AE-D7AA-1FA20F8793F2}"/>
              </a:ext>
            </a:extLst>
          </p:cNvPr>
          <p:cNvSpPr>
            <a:spLocks noGrp="1"/>
          </p:cNvSpPr>
          <p:nvPr>
            <p:ph type="dt" sz="half" idx="10"/>
          </p:nvPr>
        </p:nvSpPr>
        <p:spPr/>
        <p:txBody>
          <a:bodyPr/>
          <a:lstStyle/>
          <a:p>
            <a:fld id="{815E3F30-2BB8-45FB-A89C-3B2298674DC7}" type="datetime1">
              <a:rPr lang="en-GB" smtClean="0"/>
              <a:t>13/07/2026</a:t>
            </a:fld>
            <a:endParaRPr lang="en-GB"/>
          </a:p>
        </p:txBody>
      </p:sp>
      <p:sp>
        <p:nvSpPr>
          <p:cNvPr id="6" name="Footer Placeholder 5">
            <a:extLst>
              <a:ext uri="{FF2B5EF4-FFF2-40B4-BE49-F238E27FC236}">
                <a16:creationId xmlns:a16="http://schemas.microsoft.com/office/drawing/2014/main" id="{1C78B3EB-A419-AD85-D69F-AA614462CD3C}"/>
              </a:ext>
            </a:extLst>
          </p:cNvPr>
          <p:cNvSpPr>
            <a:spLocks noGrp="1"/>
          </p:cNvSpPr>
          <p:nvPr>
            <p:ph type="ftr" sz="quarter" idx="11"/>
          </p:nvPr>
        </p:nvSpPr>
        <p:spPr/>
        <p:txBody>
          <a:bodyPr/>
          <a:lstStyle/>
          <a:p>
            <a:r>
              <a:rPr lang="en-GB"/>
              <a:t>DDTS Technical or Solution Design Authority – (Unified) Managed Gateway Service </a:t>
            </a:r>
          </a:p>
        </p:txBody>
      </p:sp>
      <p:sp>
        <p:nvSpPr>
          <p:cNvPr id="7" name="Slide Number Placeholder 6">
            <a:extLst>
              <a:ext uri="{FF2B5EF4-FFF2-40B4-BE49-F238E27FC236}">
                <a16:creationId xmlns:a16="http://schemas.microsoft.com/office/drawing/2014/main" id="{E9036529-099D-F17F-A146-200B801AACDE}"/>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1532661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19D7-9687-F76C-B8E6-B1FEFEAE06B6}"/>
              </a:ext>
            </a:extLst>
          </p:cNvPr>
          <p:cNvSpPr>
            <a:spLocks noGrp="1"/>
          </p:cNvSpPr>
          <p:nvPr>
            <p:ph type="title"/>
          </p:nvPr>
        </p:nvSpPr>
        <p:spPr>
          <a:xfrm>
            <a:off x="836612" y="1310485"/>
            <a:ext cx="3932237" cy="1069975"/>
          </a:xfrm>
          <a:prstGeom prst="rect">
            <a:avLst/>
          </a:prstGeo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61D0708-9675-FE3B-BB0B-AD3760DC7250}"/>
              </a:ext>
            </a:extLst>
          </p:cNvPr>
          <p:cNvSpPr>
            <a:spLocks noGrp="1"/>
          </p:cNvSpPr>
          <p:nvPr>
            <p:ph type="pic" idx="1"/>
          </p:nvPr>
        </p:nvSpPr>
        <p:spPr>
          <a:xfrm>
            <a:off x="5183188" y="1310485"/>
            <a:ext cx="6172200" cy="4550567"/>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a:p>
        </p:txBody>
      </p:sp>
      <p:sp>
        <p:nvSpPr>
          <p:cNvPr id="4" name="Text Placeholder 3">
            <a:extLst>
              <a:ext uri="{FF2B5EF4-FFF2-40B4-BE49-F238E27FC236}">
                <a16:creationId xmlns:a16="http://schemas.microsoft.com/office/drawing/2014/main" id="{4F9D5299-7C3A-9B8C-21F8-EEC47A1CC847}"/>
              </a:ext>
            </a:extLst>
          </p:cNvPr>
          <p:cNvSpPr>
            <a:spLocks noGrp="1"/>
          </p:cNvSpPr>
          <p:nvPr>
            <p:ph type="body" sz="half" idx="2"/>
          </p:nvPr>
        </p:nvSpPr>
        <p:spPr>
          <a:xfrm>
            <a:off x="839788" y="2380458"/>
            <a:ext cx="3932237" cy="3488530"/>
          </a:xfrm>
          <a:prstGeom prst="rect">
            <a:avLst/>
          </a:prstGeom>
        </p:spPr>
        <p:txBody>
          <a:bodyPr>
            <a:normAutofit/>
          </a:bodyPr>
          <a:lstStyle>
            <a:lvl1pPr marL="0" indent="0">
              <a:buNone/>
              <a:defRPr sz="1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63356FD-BBAE-E43F-B853-D545E3503044}"/>
              </a:ext>
            </a:extLst>
          </p:cNvPr>
          <p:cNvSpPr>
            <a:spLocks noGrp="1"/>
          </p:cNvSpPr>
          <p:nvPr>
            <p:ph type="dt" sz="half" idx="10"/>
          </p:nvPr>
        </p:nvSpPr>
        <p:spPr/>
        <p:txBody>
          <a:bodyPr/>
          <a:lstStyle/>
          <a:p>
            <a:fld id="{82CF9782-0451-4D6F-ADDF-737D7B2F7977}" type="datetime1">
              <a:rPr lang="en-GB" smtClean="0"/>
              <a:t>13/07/2026</a:t>
            </a:fld>
            <a:endParaRPr lang="en-GB"/>
          </a:p>
        </p:txBody>
      </p:sp>
      <p:sp>
        <p:nvSpPr>
          <p:cNvPr id="6" name="Footer Placeholder 5">
            <a:extLst>
              <a:ext uri="{FF2B5EF4-FFF2-40B4-BE49-F238E27FC236}">
                <a16:creationId xmlns:a16="http://schemas.microsoft.com/office/drawing/2014/main" id="{36B87980-3BE4-FC42-DD92-6104319E274B}"/>
              </a:ext>
            </a:extLst>
          </p:cNvPr>
          <p:cNvSpPr>
            <a:spLocks noGrp="1"/>
          </p:cNvSpPr>
          <p:nvPr>
            <p:ph type="ftr" sz="quarter" idx="11"/>
          </p:nvPr>
        </p:nvSpPr>
        <p:spPr/>
        <p:txBody>
          <a:bodyPr/>
          <a:lstStyle/>
          <a:p>
            <a:r>
              <a:rPr lang="en-GB"/>
              <a:t>DDTS Technical or Solution Design Authority – (Unified) Managed Gateway Service </a:t>
            </a:r>
          </a:p>
        </p:txBody>
      </p:sp>
      <p:sp>
        <p:nvSpPr>
          <p:cNvPr id="7" name="Slide Number Placeholder 6">
            <a:extLst>
              <a:ext uri="{FF2B5EF4-FFF2-40B4-BE49-F238E27FC236}">
                <a16:creationId xmlns:a16="http://schemas.microsoft.com/office/drawing/2014/main" id="{C4443F2A-2C7C-5864-1F7E-614A815AEF3A}"/>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81155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445780"/>
            <a:ext cx="10515600" cy="1068821"/>
          </a:xfrm>
          <a:prstGeom prst="rect">
            <a:avLst/>
          </a:prstGeom>
        </p:spPr>
        <p:txBody>
          <a:bodyPr/>
          <a:lstStyle>
            <a:lvl1pPr>
              <a:defRPr>
                <a:solidFill>
                  <a:srgbClr val="00AF4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586318" y="1540800"/>
            <a:ext cx="11019367" cy="464040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586318" y="1129555"/>
            <a:ext cx="11019367" cy="300247"/>
          </a:xfrm>
          <a:prstGeom prst="rect">
            <a:avLst/>
          </a:prstGeom>
        </p:spPr>
        <p:txBody>
          <a:bodyPr/>
          <a:lstStyle>
            <a:lvl1pPr marL="0" indent="0">
              <a:buNone/>
              <a:defRPr sz="2200" b="0">
                <a:solidFill>
                  <a:srgbClr val="00AF4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5" name="Footer Placeholder 4"/>
          <p:cNvSpPr>
            <a:spLocks noGrp="1"/>
          </p:cNvSpPr>
          <p:nvPr>
            <p:ph type="ftr" sz="quarter" idx="14"/>
          </p:nvPr>
        </p:nvSpPr>
        <p:spPr/>
        <p:txBody>
          <a:bodyPr/>
          <a:lstStyle>
            <a:lvl1pPr>
              <a:defRPr/>
            </a:lvl1pPr>
          </a:lstStyle>
          <a:p>
            <a:pPr>
              <a:defRPr/>
            </a:pPr>
            <a:r>
              <a:rPr lang="en-GB"/>
              <a:t>DDTS Technical or Solution Design Authority – (Unified) Managed Gateway Service </a:t>
            </a:r>
          </a:p>
        </p:txBody>
      </p:sp>
      <p:sp>
        <p:nvSpPr>
          <p:cNvPr id="6" name="Slide Number Placeholder 5"/>
          <p:cNvSpPr>
            <a:spLocks noGrp="1"/>
          </p:cNvSpPr>
          <p:nvPr>
            <p:ph type="sldNum" sz="quarter" idx="15"/>
          </p:nvPr>
        </p:nvSpPr>
        <p:spPr/>
        <p:txBody>
          <a:bodyPr/>
          <a:lstStyle>
            <a:lvl1pPr>
              <a:defRPr/>
            </a:lvl1pPr>
          </a:lstStyle>
          <a:p>
            <a:pPr>
              <a:defRPr/>
            </a:pPr>
            <a:fld id="{314742DC-201B-4BDB-854E-8F2813414822}" type="slidenum">
              <a:rPr lang="en-GB" altLang="en-US"/>
              <a:pPr>
                <a:defRPr/>
              </a:pPr>
              <a:t>‹#›</a:t>
            </a:fld>
            <a:endParaRPr lang="en-GB" altLang="en-US"/>
          </a:p>
        </p:txBody>
      </p:sp>
    </p:spTree>
    <p:extLst>
      <p:ext uri="{BB962C8B-B14F-4D97-AF65-F5344CB8AC3E}">
        <p14:creationId xmlns:p14="http://schemas.microsoft.com/office/powerpoint/2010/main" val="350506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and Icon">
    <p:spTree>
      <p:nvGrpSpPr>
        <p:cNvPr id="1" name=""/>
        <p:cNvGrpSpPr/>
        <p:nvPr/>
      </p:nvGrpSpPr>
      <p:grpSpPr>
        <a:xfrm>
          <a:off x="0" y="0"/>
          <a:ext cx="0" cy="0"/>
          <a:chOff x="0" y="0"/>
          <a:chExt cx="0" cy="0"/>
        </a:xfrm>
      </p:grpSpPr>
      <p:sp>
        <p:nvSpPr>
          <p:cNvPr id="2" name="Title 1"/>
          <p:cNvSpPr>
            <a:spLocks noGrp="1"/>
          </p:cNvSpPr>
          <p:nvPr>
            <p:ph type="title"/>
          </p:nvPr>
        </p:nvSpPr>
        <p:spPr>
          <a:xfrm>
            <a:off x="838200" y="1445780"/>
            <a:ext cx="10515600" cy="1068821"/>
          </a:xfrm>
          <a:prstGeom prst="rect">
            <a:avLst/>
          </a:prstGeom>
        </p:spPr>
        <p:txBody>
          <a:bodyPr/>
          <a:lstStyle>
            <a:lvl1pPr>
              <a:defRPr>
                <a:solidFill>
                  <a:srgbClr val="00B05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586317" y="1540800"/>
            <a:ext cx="9254400" cy="464040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586318" y="1130401"/>
            <a:ext cx="11019367" cy="300247"/>
          </a:xfrm>
          <a:prstGeom prst="rect">
            <a:avLst/>
          </a:prstGeom>
        </p:spPr>
        <p:txBody>
          <a:bodyPr/>
          <a:lstStyle>
            <a:lvl1pPr marL="0" indent="0">
              <a:buNone/>
              <a:defRPr sz="2200" b="0">
                <a:solidFill>
                  <a:srgbClr val="00B050"/>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5" name="Footer Placeholder 4"/>
          <p:cNvSpPr>
            <a:spLocks noGrp="1"/>
          </p:cNvSpPr>
          <p:nvPr>
            <p:ph type="ftr" sz="quarter" idx="14"/>
          </p:nvPr>
        </p:nvSpPr>
        <p:spPr/>
        <p:txBody>
          <a:bodyPr/>
          <a:lstStyle>
            <a:lvl1pPr>
              <a:defRPr/>
            </a:lvl1pPr>
          </a:lstStyle>
          <a:p>
            <a:pPr>
              <a:defRPr/>
            </a:pPr>
            <a:r>
              <a:rPr lang="en-GB"/>
              <a:t>DDTS Technical or Solution Design Authority – (Unified) Managed Gateway Service </a:t>
            </a:r>
          </a:p>
        </p:txBody>
      </p:sp>
      <p:sp>
        <p:nvSpPr>
          <p:cNvPr id="6" name="Slide Number Placeholder 5"/>
          <p:cNvSpPr>
            <a:spLocks noGrp="1"/>
          </p:cNvSpPr>
          <p:nvPr>
            <p:ph type="sldNum" sz="quarter" idx="15"/>
          </p:nvPr>
        </p:nvSpPr>
        <p:spPr/>
        <p:txBody>
          <a:bodyPr/>
          <a:lstStyle>
            <a:lvl1pPr>
              <a:defRPr/>
            </a:lvl1pPr>
          </a:lstStyle>
          <a:p>
            <a:pPr>
              <a:defRPr/>
            </a:pPr>
            <a:fld id="{A6A27795-E366-4CD5-8C7E-3EB78C840C2F}" type="slidenum">
              <a:rPr lang="en-GB" altLang="en-US"/>
              <a:pPr>
                <a:defRPr/>
              </a:pPr>
              <a:t>‹#›</a:t>
            </a:fld>
            <a:endParaRPr lang="en-GB" altLang="en-US"/>
          </a:p>
        </p:txBody>
      </p:sp>
    </p:spTree>
    <p:extLst>
      <p:ext uri="{BB962C8B-B14F-4D97-AF65-F5344CB8AC3E}">
        <p14:creationId xmlns:p14="http://schemas.microsoft.com/office/powerpoint/2010/main" val="1774188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Gradient foo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463ADC-473C-AB04-455B-C20346EB0CD7}"/>
              </a:ext>
            </a:extLst>
          </p:cNvPr>
          <p:cNvSpPr/>
          <p:nvPr/>
        </p:nvSpPr>
        <p:spPr>
          <a:xfrm rot="16200000">
            <a:off x="5692589" y="358586"/>
            <a:ext cx="806824" cy="12192002"/>
          </a:xfrm>
          <a:prstGeom prst="rect">
            <a:avLst/>
          </a:prstGeom>
          <a:gradFill>
            <a:gsLst>
              <a:gs pos="14000">
                <a:srgbClr val="8B1D82"/>
              </a:gs>
              <a:gs pos="0">
                <a:srgbClr val="4D1D82"/>
              </a:gs>
              <a:gs pos="50000">
                <a:srgbClr val="CF022B"/>
              </a:gs>
              <a:gs pos="100000">
                <a:srgbClr val="F07D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ahoma" panose="020B0604030504040204" pitchFamily="34" charset="0"/>
            </a:endParaRPr>
          </a:p>
        </p:txBody>
      </p:sp>
      <p:sp>
        <p:nvSpPr>
          <p:cNvPr id="3" name="Titre 1">
            <a:extLst>
              <a:ext uri="{FF2B5EF4-FFF2-40B4-BE49-F238E27FC236}">
                <a16:creationId xmlns:a16="http://schemas.microsoft.com/office/drawing/2014/main" id="{4DF937B3-FA6F-B3AE-6A17-4D2582C627AF}"/>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56E1A82C-9B6A-49AD-37CA-35D24A7B6B8B}"/>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
        <p:nvSpPr>
          <p:cNvPr id="4" name="ZoneTexte 3">
            <a:extLst>
              <a:ext uri="{FF2B5EF4-FFF2-40B4-BE49-F238E27FC236}">
                <a16:creationId xmlns:a16="http://schemas.microsoft.com/office/drawing/2014/main" id="{4FA8A540-AAF7-1721-6C21-7792AE32B77C}"/>
              </a:ext>
            </a:extLst>
          </p:cNvPr>
          <p:cNvSpPr txBox="1"/>
          <p:nvPr/>
        </p:nvSpPr>
        <p:spPr>
          <a:xfrm>
            <a:off x="874713" y="6357040"/>
            <a:ext cx="1397876" cy="153888"/>
          </a:xfrm>
          <a:prstGeom prst="rect">
            <a:avLst/>
          </a:prstGeom>
          <a:noFill/>
        </p:spPr>
        <p:txBody>
          <a:bodyPr wrap="square" lIns="0" tIns="0" rIns="0" bIns="0" rtlCol="0" anchor="ctr">
            <a:spAutoFit/>
          </a:bodyPr>
          <a:lstStyle/>
          <a:p>
            <a:pPr>
              <a:spcBef>
                <a:spcPts val="600"/>
              </a:spcBef>
            </a:pPr>
            <a:fld id="{323B8015-F47E-466A-9ABA-BA5A994CBF96}" type="slidenum">
              <a:rPr lang="en-US" sz="1000" smtClean="0">
                <a:solidFill>
                  <a:schemeClr val="bg2"/>
                </a:solidFill>
              </a:rPr>
              <a:t>‹#›</a:t>
            </a:fld>
            <a:endParaRPr lang="en-US" sz="1000">
              <a:solidFill>
                <a:schemeClr val="bg2"/>
              </a:solidFill>
            </a:endParaRPr>
          </a:p>
        </p:txBody>
      </p:sp>
      <p:pic>
        <p:nvPicPr>
          <p:cNvPr id="8" name="Graphique 7">
            <a:extLst>
              <a:ext uri="{FF2B5EF4-FFF2-40B4-BE49-F238E27FC236}">
                <a16:creationId xmlns:a16="http://schemas.microsoft.com/office/drawing/2014/main" id="{4E9E1323-73A6-45A2-6DD4-ED1C9CFD0C7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971037" y="6299014"/>
            <a:ext cx="1489124" cy="189525"/>
          </a:xfrm>
          <a:prstGeom prst="rect">
            <a:avLst/>
          </a:prstGeom>
        </p:spPr>
      </p:pic>
    </p:spTree>
    <p:extLst>
      <p:ext uri="{BB962C8B-B14F-4D97-AF65-F5344CB8AC3E}">
        <p14:creationId xmlns:p14="http://schemas.microsoft.com/office/powerpoint/2010/main" val="152627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 only">
    <p:spTree>
      <p:nvGrpSpPr>
        <p:cNvPr id="1" name=""/>
        <p:cNvGrpSpPr/>
        <p:nvPr/>
      </p:nvGrpSpPr>
      <p:grpSpPr>
        <a:xfrm>
          <a:off x="0" y="0"/>
          <a:ext cx="0" cy="0"/>
          <a:chOff x="0" y="0"/>
          <a:chExt cx="0" cy="0"/>
        </a:xfrm>
      </p:grpSpPr>
      <p:sp>
        <p:nvSpPr>
          <p:cNvPr id="4" name="Espace réservé du texte 12">
            <a:extLst>
              <a:ext uri="{FF2B5EF4-FFF2-40B4-BE49-F238E27FC236}">
                <a16:creationId xmlns:a16="http://schemas.microsoft.com/office/drawing/2014/main" id="{E705539D-A0B6-57CB-FA7A-F14C57BA0F8A}"/>
              </a:ext>
            </a:extLst>
          </p:cNvPr>
          <p:cNvSpPr>
            <a:spLocks noGrp="1"/>
          </p:cNvSpPr>
          <p:nvPr>
            <p:ph type="body" sz="quarter" idx="21" hasCustomPrompt="1"/>
          </p:nvPr>
        </p:nvSpPr>
        <p:spPr>
          <a:xfrm>
            <a:off x="884238" y="1780000"/>
            <a:ext cx="10556648" cy="3678668"/>
          </a:xfrm>
          <a:prstGeom prst="rect">
            <a:avLst/>
          </a:prstGeom>
        </p:spPr>
        <p:txBody>
          <a:bodyPr anchor="t"/>
          <a:lstStyle>
            <a:lvl1pPr marL="285750" indent="-285750">
              <a:buClr>
                <a:schemeClr val="accent3"/>
              </a:buClr>
              <a:buFont typeface="Arial" panose="020B0604020202020204" pitchFamily="34" charset="0"/>
              <a:buChar char="•"/>
              <a:defRPr sz="1800"/>
            </a:lvl1pPr>
            <a:lvl3pPr>
              <a:defRPr sz="1600"/>
            </a:lvl3pPr>
            <a:lvl4pPr>
              <a:defRPr sz="1400"/>
            </a:lvl4pPr>
            <a:lvl5pPr marL="720000" indent="-180000">
              <a:buFont typeface="Arial" panose="020B0604020202020204" pitchFamily="34" charset="0"/>
              <a:buChar char="•"/>
              <a:defRPr sz="1200"/>
            </a:lvl5pPr>
          </a:lstStyle>
          <a:p>
            <a:pPr lvl="0"/>
            <a:r>
              <a:rPr lang="en-GB" noProof="0"/>
              <a:t>First level</a:t>
            </a:r>
          </a:p>
          <a:p>
            <a:pPr lvl="2"/>
            <a:r>
              <a:rPr lang="en-GB" noProof="0"/>
              <a:t>Second level</a:t>
            </a:r>
          </a:p>
          <a:p>
            <a:pPr lvl="3"/>
            <a:r>
              <a:rPr lang="en-GB" noProof="0"/>
              <a:t>Third level</a:t>
            </a:r>
          </a:p>
          <a:p>
            <a:pPr lvl="4"/>
            <a:r>
              <a:rPr lang="en-GB" noProof="0"/>
              <a:t>Fourth level</a:t>
            </a:r>
          </a:p>
        </p:txBody>
      </p:sp>
      <p:sp>
        <p:nvSpPr>
          <p:cNvPr id="8" name="Rectangle 7">
            <a:extLst>
              <a:ext uri="{FF2B5EF4-FFF2-40B4-BE49-F238E27FC236}">
                <a16:creationId xmlns:a16="http://schemas.microsoft.com/office/drawing/2014/main" id="{BBDAB702-4309-B876-BC2B-CBA81FCB147B}"/>
              </a:ext>
            </a:extLst>
          </p:cNvPr>
          <p:cNvSpPr/>
          <p:nvPr/>
        </p:nvSpPr>
        <p:spPr>
          <a:xfrm>
            <a:off x="0" y="6827024"/>
            <a:ext cx="12204000" cy="43200"/>
          </a:xfrm>
          <a:prstGeom prst="rect">
            <a:avLst/>
          </a:prstGeom>
          <a:gradFill>
            <a:gsLst>
              <a:gs pos="12000">
                <a:srgbClr val="8B1D82"/>
              </a:gs>
              <a:gs pos="0">
                <a:srgbClr val="4D1D82"/>
              </a:gs>
              <a:gs pos="29000">
                <a:srgbClr val="CF022B"/>
              </a:gs>
              <a:gs pos="100000">
                <a:srgbClr val="F07D00"/>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ahoma" panose="020B0604030504040204" pitchFamily="34" charset="0"/>
            </a:endParaRPr>
          </a:p>
        </p:txBody>
      </p:sp>
      <p:sp>
        <p:nvSpPr>
          <p:cNvPr id="3" name="Titre 1">
            <a:extLst>
              <a:ext uri="{FF2B5EF4-FFF2-40B4-BE49-F238E27FC236}">
                <a16:creationId xmlns:a16="http://schemas.microsoft.com/office/drawing/2014/main" id="{68158F0D-14CE-146C-BF1F-84FFE6EC8F9A}"/>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413FEC71-5C4D-AFFA-02EB-D7EA3AC08816}"/>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Tree>
    <p:extLst>
      <p:ext uri="{BB962C8B-B14F-4D97-AF65-F5344CB8AC3E}">
        <p14:creationId xmlns:p14="http://schemas.microsoft.com/office/powerpoint/2010/main" val="2879200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impl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4DF937B3-FA6F-B3AE-6A17-4D2582C627AF}"/>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56E1A82C-9B6A-49AD-37CA-35D24A7B6B8B}"/>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Tree>
    <p:extLst>
      <p:ext uri="{BB962C8B-B14F-4D97-AF65-F5344CB8AC3E}">
        <p14:creationId xmlns:p14="http://schemas.microsoft.com/office/powerpoint/2010/main" val="2222701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9AEB0F0-BCE3-0F0A-1A29-C6D519806477}"/>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2E045712-9EDA-776A-4266-04577C5754C1}"/>
              </a:ext>
            </a:extLst>
          </p:cNvPr>
          <p:cNvSpPr>
            <a:spLocks noGrp="1"/>
          </p:cNvSpPr>
          <p:nvPr>
            <p:ph type="dt" sz="half" idx="2"/>
          </p:nvPr>
        </p:nvSpPr>
        <p:spPr>
          <a:xfrm>
            <a:off x="838200" y="6335246"/>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A9D77EF-40EE-40AA-80FB-4E6DDDBC3333}" type="datetime1">
              <a:rPr lang="en-GB" smtClean="0"/>
              <a:t>13/07/2026</a:t>
            </a:fld>
            <a:endParaRPr lang="en-GB"/>
          </a:p>
        </p:txBody>
      </p:sp>
      <p:sp>
        <p:nvSpPr>
          <p:cNvPr id="5" name="Footer Placeholder 4">
            <a:extLst>
              <a:ext uri="{FF2B5EF4-FFF2-40B4-BE49-F238E27FC236}">
                <a16:creationId xmlns:a16="http://schemas.microsoft.com/office/drawing/2014/main" id="{05EF709C-E370-EA41-137C-52FA17D7DE1C}"/>
              </a:ext>
            </a:extLst>
          </p:cNvPr>
          <p:cNvSpPr>
            <a:spLocks noGrp="1"/>
          </p:cNvSpPr>
          <p:nvPr>
            <p:ph type="ftr" sz="quarter" idx="3"/>
          </p:nvPr>
        </p:nvSpPr>
        <p:spPr>
          <a:xfrm>
            <a:off x="4038600" y="6335246"/>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A430A4D2-3A93-73A8-FFA3-3886E1F8EDF7}"/>
              </a:ext>
            </a:extLst>
          </p:cNvPr>
          <p:cNvSpPr>
            <a:spLocks noGrp="1"/>
          </p:cNvSpPr>
          <p:nvPr>
            <p:ph type="sldNum" sz="quarter" idx="4"/>
          </p:nvPr>
        </p:nvSpPr>
        <p:spPr>
          <a:xfrm>
            <a:off x="8610600" y="6335246"/>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17A832D3-3E0E-4688-9E1F-02A75EFC69F0}" type="slidenum">
              <a:rPr lang="en-GB" altLang="en-US" smtClean="0"/>
              <a:pPr>
                <a:defRPr/>
              </a:pPr>
              <a:t>‹#›</a:t>
            </a:fld>
            <a:endParaRPr lang="en-GB" altLang="en-US"/>
          </a:p>
        </p:txBody>
      </p:sp>
    </p:spTree>
    <p:extLst>
      <p:ext uri="{BB962C8B-B14F-4D97-AF65-F5344CB8AC3E}">
        <p14:creationId xmlns:p14="http://schemas.microsoft.com/office/powerpoint/2010/main" val="2422458942"/>
      </p:ext>
    </p:extLst>
  </p:cSld>
  <p:clrMap bg1="lt1" tx1="dk1" bg2="lt2" tx2="dk2" accent1="accent1" accent2="accent2" accent3="accent3" accent4="accent4" accent5="accent5" accent6="accent6" hlink="hlink" folHlink="folHlink"/>
  <p:sldLayoutIdLst>
    <p:sldLayoutId id="2147491107" r:id="rId1"/>
    <p:sldLayoutId id="2147491108" r:id="rId2"/>
    <p:sldLayoutId id="2147491109" r:id="rId3"/>
    <p:sldLayoutId id="2147491110" r:id="rId4"/>
    <p:sldLayoutId id="2147491111" r:id="rId5"/>
    <p:sldLayoutId id="2147491112" r:id="rId6"/>
    <p:sldLayoutId id="2147491113" r:id="rId7"/>
    <p:sldLayoutId id="2147491114" r:id="rId8"/>
    <p:sldLayoutId id="2147491115" r:id="rId9"/>
    <p:sldLayoutId id="2147491073" r:id="rId10"/>
    <p:sldLayoutId id="2147491075" r:id="rId11"/>
    <p:sldLayoutId id="2147491117" r:id="rId12"/>
    <p:sldLayoutId id="2147491118" r:id="rId13"/>
    <p:sldLayoutId id="2147491119" r:id="rId14"/>
  </p:sldLayoutIdLst>
  <p:hf hdr="0"/>
  <p:txStyles>
    <p:titleStyle>
      <a:lvl1pPr algn="l" defTabSz="685800" rtl="0" eaLnBrk="1" latinLnBrk="0" hangingPunct="1">
        <a:lnSpc>
          <a:spcPct val="90000"/>
        </a:lnSpc>
        <a:spcBef>
          <a:spcPct val="0"/>
        </a:spcBef>
        <a:buNone/>
        <a:defRPr sz="2700" b="1" kern="1200">
          <a:solidFill>
            <a:srgbClr val="28718F"/>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freesvg.org/wlan-access-point-symbol-vector-clip-art" TargetMode="External"/><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F4F0A-BA72-4701-B62A-1172B2F28E6D}"/>
              </a:ext>
            </a:extLst>
          </p:cNvPr>
          <p:cNvSpPr>
            <a:spLocks noGrp="1"/>
          </p:cNvSpPr>
          <p:nvPr>
            <p:ph type="ctrTitle"/>
          </p:nvPr>
        </p:nvSpPr>
        <p:spPr>
          <a:xfrm>
            <a:off x="1955801" y="1735138"/>
            <a:ext cx="7809375" cy="1936750"/>
          </a:xfrm>
        </p:spPr>
        <p:txBody>
          <a:bodyPr lIns="91440" tIns="45720" rIns="91440" bIns="45720" anchor="b">
            <a:noAutofit/>
          </a:bodyPr>
          <a:lstStyle/>
          <a:p>
            <a:r>
              <a:rPr lang="en-GB" altLang="en-US" sz="4000">
                <a:latin typeface="Arial"/>
                <a:cs typeface="Arial"/>
              </a:rPr>
              <a:t>LAP Portfolio – BSE</a:t>
            </a:r>
            <a:br>
              <a:rPr lang="en-GB" altLang="en-US" sz="4000">
                <a:latin typeface="Arial" charset="0"/>
                <a:cs typeface="Arial" charset="0"/>
              </a:rPr>
            </a:br>
            <a:r>
              <a:rPr lang="en-GB" altLang="en-US" sz="3200">
                <a:latin typeface="Arial"/>
                <a:cs typeface="Arial"/>
              </a:rPr>
              <a:t>High Level System Architecture Overview for SDA</a:t>
            </a:r>
            <a:endParaRPr lang="en-GB" altLang="en-US" sz="4400">
              <a:solidFill>
                <a:srgbClr val="FF0000"/>
              </a:solidFill>
              <a:latin typeface="Arial"/>
              <a:cs typeface="Arial"/>
            </a:endParaRPr>
          </a:p>
        </p:txBody>
      </p:sp>
      <p:sp>
        <p:nvSpPr>
          <p:cNvPr id="3" name="Subtitle 2">
            <a:extLst>
              <a:ext uri="{FF2B5EF4-FFF2-40B4-BE49-F238E27FC236}">
                <a16:creationId xmlns:a16="http://schemas.microsoft.com/office/drawing/2014/main" id="{120ADB2B-2EB9-4434-ACCA-1D1B83268203}"/>
              </a:ext>
            </a:extLst>
          </p:cNvPr>
          <p:cNvSpPr>
            <a:spLocks noGrp="1"/>
          </p:cNvSpPr>
          <p:nvPr>
            <p:ph type="subTitle" idx="1"/>
          </p:nvPr>
        </p:nvSpPr>
        <p:spPr>
          <a:xfrm>
            <a:off x="1958544" y="3851139"/>
            <a:ext cx="6081104" cy="986894"/>
          </a:xfrm>
        </p:spPr>
        <p:txBody>
          <a:bodyPr>
            <a:normAutofit fontScale="92500" lnSpcReduction="10000"/>
          </a:bodyPr>
          <a:lstStyle/>
          <a:p>
            <a:r>
              <a:rPr lang="en-GB" altLang="en-US" dirty="0">
                <a:latin typeface="Arial" charset="0"/>
                <a:cs typeface="Arial" charset="0"/>
              </a:rPr>
              <a:t>Version 0.3</a:t>
            </a:r>
          </a:p>
          <a:p>
            <a:r>
              <a:rPr lang="en-GB" altLang="en-US" dirty="0">
                <a:latin typeface="Arial" charset="0"/>
                <a:cs typeface="Arial" charset="0"/>
              </a:rPr>
              <a:t>13</a:t>
            </a:r>
            <a:r>
              <a:rPr lang="en-GB" altLang="en-US" baseline="30000" dirty="0">
                <a:latin typeface="Arial" charset="0"/>
                <a:cs typeface="Arial" charset="0"/>
              </a:rPr>
              <a:t>th</a:t>
            </a:r>
            <a:r>
              <a:rPr lang="en-GB" altLang="en-US" dirty="0">
                <a:latin typeface="Arial" charset="0"/>
                <a:cs typeface="Arial" charset="0"/>
              </a:rPr>
              <a:t> July 2026</a:t>
            </a:r>
          </a:p>
        </p:txBody>
      </p:sp>
    </p:spTree>
    <p:extLst>
      <p:ext uri="{BB962C8B-B14F-4D97-AF65-F5344CB8AC3E}">
        <p14:creationId xmlns:p14="http://schemas.microsoft.com/office/powerpoint/2010/main" val="2609665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EFD3-54B7-367E-D738-F0676A990B53}"/>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B158572-2F10-CCAC-A9DB-EB1A6D2E7546}"/>
              </a:ext>
            </a:extLst>
          </p:cNvPr>
          <p:cNvGraphicFramePr>
            <a:graphicFrameLocks noGrp="1"/>
          </p:cNvGraphicFramePr>
          <p:nvPr>
            <p:extLst>
              <p:ext uri="{D42A27DB-BD31-4B8C-83A1-F6EECF244321}">
                <p14:modId xmlns:p14="http://schemas.microsoft.com/office/powerpoint/2010/main" val="1709780458"/>
              </p:ext>
            </p:extLst>
          </p:nvPr>
        </p:nvGraphicFramePr>
        <p:xfrm>
          <a:off x="838200" y="2359742"/>
          <a:ext cx="10623896" cy="2201144"/>
        </p:xfrm>
        <a:graphic>
          <a:graphicData uri="http://schemas.openxmlformats.org/drawingml/2006/table">
            <a:tbl>
              <a:tblPr firstRow="1" bandRow="1">
                <a:tableStyleId>{5C22544A-7EE6-4342-B048-85BDC9FD1C3A}</a:tableStyleId>
              </a:tblPr>
              <a:tblGrid>
                <a:gridCol w="2655974">
                  <a:extLst>
                    <a:ext uri="{9D8B030D-6E8A-4147-A177-3AD203B41FA5}">
                      <a16:colId xmlns:a16="http://schemas.microsoft.com/office/drawing/2014/main" val="2935254482"/>
                    </a:ext>
                  </a:extLst>
                </a:gridCol>
                <a:gridCol w="2655974">
                  <a:extLst>
                    <a:ext uri="{9D8B030D-6E8A-4147-A177-3AD203B41FA5}">
                      <a16:colId xmlns:a16="http://schemas.microsoft.com/office/drawing/2014/main" val="601013148"/>
                    </a:ext>
                  </a:extLst>
                </a:gridCol>
                <a:gridCol w="2655974">
                  <a:extLst>
                    <a:ext uri="{9D8B030D-6E8A-4147-A177-3AD203B41FA5}">
                      <a16:colId xmlns:a16="http://schemas.microsoft.com/office/drawing/2014/main" val="1653481216"/>
                    </a:ext>
                  </a:extLst>
                </a:gridCol>
                <a:gridCol w="2655974">
                  <a:extLst>
                    <a:ext uri="{9D8B030D-6E8A-4147-A177-3AD203B41FA5}">
                      <a16:colId xmlns:a16="http://schemas.microsoft.com/office/drawing/2014/main" val="500060272"/>
                    </a:ext>
                  </a:extLst>
                </a:gridCol>
              </a:tblGrid>
              <a:tr h="550286">
                <a:tc>
                  <a:txBody>
                    <a:bodyPr/>
                    <a:lstStyle/>
                    <a:p>
                      <a:pPr algn="ctr"/>
                      <a:r>
                        <a:rPr lang="en-GB" sz="1800" dirty="0">
                          <a:latin typeface="Arial" panose="020B0604020202020204" pitchFamily="34" charset="0"/>
                          <a:cs typeface="Arial" panose="020B0604020202020204" pitchFamily="34" charset="0"/>
                        </a:rPr>
                        <a:t>Person / Group</a:t>
                      </a:r>
                    </a:p>
                  </a:txBody>
                  <a:tcPr anchor="ctr"/>
                </a:tc>
                <a:tc>
                  <a:txBody>
                    <a:bodyPr/>
                    <a:lstStyle/>
                    <a:p>
                      <a:pPr algn="ctr"/>
                      <a:r>
                        <a:rPr lang="en-GB" sz="1800">
                          <a:latin typeface="Arial" panose="020B0604020202020204" pitchFamily="34" charset="0"/>
                          <a:cs typeface="Arial" panose="020B0604020202020204" pitchFamily="34" charset="0"/>
                        </a:rPr>
                        <a:t>Role</a:t>
                      </a:r>
                    </a:p>
                  </a:txBody>
                  <a:tcPr anchor="ctr"/>
                </a:tc>
                <a:tc>
                  <a:txBody>
                    <a:bodyPr/>
                    <a:lstStyle/>
                    <a:p>
                      <a:pPr algn="ctr"/>
                      <a:r>
                        <a:rPr lang="en-GB" sz="1800">
                          <a:latin typeface="Arial" panose="020B0604020202020204" pitchFamily="34" charset="0"/>
                          <a:cs typeface="Arial" panose="020B0604020202020204" pitchFamily="34" charset="0"/>
                        </a:rPr>
                        <a:t>Version Reviewed</a:t>
                      </a:r>
                    </a:p>
                  </a:txBody>
                  <a:tcPr anchor="ctr"/>
                </a:tc>
                <a:tc>
                  <a:txBody>
                    <a:bodyPr/>
                    <a:lstStyle/>
                    <a:p>
                      <a:pPr algn="ctr"/>
                      <a:r>
                        <a:rPr lang="en-GB" sz="1800" dirty="0">
                          <a:latin typeface="Arial" panose="020B0604020202020204" pitchFamily="34" charset="0"/>
                          <a:cs typeface="Arial" panose="020B0604020202020204" pitchFamily="34" charset="0"/>
                        </a:rPr>
                        <a:t>Date of Sign-Off</a:t>
                      </a:r>
                    </a:p>
                  </a:txBody>
                  <a:tcPr anchor="ctr"/>
                </a:tc>
                <a:extLst>
                  <a:ext uri="{0D108BD9-81ED-4DB2-BD59-A6C34878D82A}">
                    <a16:rowId xmlns:a16="http://schemas.microsoft.com/office/drawing/2014/main" val="3419272294"/>
                  </a:ext>
                </a:extLst>
              </a:tr>
              <a:tr h="550286">
                <a:tc>
                  <a:txBody>
                    <a:bodyPr/>
                    <a:lstStyle/>
                    <a:p>
                      <a:pPr algn="ctr"/>
                      <a:r>
                        <a:rPr lang="en-GB" sz="1350">
                          <a:latin typeface="Arial" panose="020B0604020202020204" pitchFamily="34" charset="0"/>
                          <a:cs typeface="Arial" panose="020B0604020202020204" pitchFamily="34" charset="0"/>
                        </a:rPr>
                        <a:t>LAP TWG</a:t>
                      </a:r>
                    </a:p>
                  </a:txBody>
                  <a:tcPr anchor="ctr"/>
                </a:tc>
                <a:tc>
                  <a:txBody>
                    <a:bodyPr/>
                    <a:lstStyle/>
                    <a:p>
                      <a:pPr algn="ctr"/>
                      <a:r>
                        <a:rPr lang="en-GB" sz="135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a:latin typeface="Arial" panose="020B0604020202020204" pitchFamily="34" charset="0"/>
                          <a:cs typeface="Arial" panose="020B0604020202020204" pitchFamily="34" charset="0"/>
                        </a:rPr>
                        <a:t>0.1</a:t>
                      </a:r>
                    </a:p>
                  </a:txBody>
                  <a:tcPr anchor="ctr"/>
                </a:tc>
                <a:tc>
                  <a:txBody>
                    <a:bodyPr/>
                    <a:lstStyle/>
                    <a:p>
                      <a:pPr algn="ctr"/>
                      <a:endParaRPr lang="en-GB" sz="135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32551289"/>
                  </a:ext>
                </a:extLst>
              </a:tr>
              <a:tr h="550286">
                <a:tc>
                  <a:txBody>
                    <a:bodyPr/>
                    <a:lstStyle/>
                    <a:p>
                      <a:pPr algn="ctr"/>
                      <a:r>
                        <a:rPr lang="en-GB" sz="1350" dirty="0">
                          <a:latin typeface="Arial" panose="020B0604020202020204" pitchFamily="34" charset="0"/>
                          <a:cs typeface="Arial" panose="020B0604020202020204" pitchFamily="34" charset="0"/>
                        </a:rPr>
                        <a:t>LAP TWG</a:t>
                      </a:r>
                    </a:p>
                  </a:txBody>
                  <a:tcPr anchor="ctr"/>
                </a:tc>
                <a:tc>
                  <a:txBody>
                    <a:bodyPr/>
                    <a:lstStyle/>
                    <a:p>
                      <a:pPr algn="ctr"/>
                      <a:r>
                        <a:rPr lang="en-GB" sz="1350" dirty="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dirty="0">
                          <a:latin typeface="Arial" panose="020B0604020202020204" pitchFamily="34" charset="0"/>
                          <a:cs typeface="Arial" panose="020B0604020202020204" pitchFamily="34" charset="0"/>
                        </a:rPr>
                        <a:t>0.2</a:t>
                      </a:r>
                    </a:p>
                  </a:txBody>
                  <a:tcPr anchor="ctr"/>
                </a:tc>
                <a:tc>
                  <a:txBody>
                    <a:bodyPr/>
                    <a:lstStyle/>
                    <a:p>
                      <a:pPr algn="ctr"/>
                      <a:r>
                        <a:rPr lang="en-GB" sz="1350" dirty="0">
                          <a:latin typeface="Arial" panose="020B0604020202020204" pitchFamily="34" charset="0"/>
                          <a:cs typeface="Arial" panose="020B0604020202020204" pitchFamily="34" charset="0"/>
                        </a:rPr>
                        <a:t>3</a:t>
                      </a:r>
                      <a:r>
                        <a:rPr lang="en-GB" sz="1350" baseline="30000" dirty="0">
                          <a:latin typeface="Arial" panose="020B0604020202020204" pitchFamily="34" charset="0"/>
                          <a:cs typeface="Arial" panose="020B0604020202020204" pitchFamily="34" charset="0"/>
                        </a:rPr>
                        <a:t>rd</a:t>
                      </a:r>
                      <a:r>
                        <a:rPr lang="en-GB" sz="1350" dirty="0">
                          <a:latin typeface="Arial" panose="020B0604020202020204" pitchFamily="34" charset="0"/>
                          <a:cs typeface="Arial" panose="020B0604020202020204" pitchFamily="34" charset="0"/>
                        </a:rPr>
                        <a:t> March 2026</a:t>
                      </a:r>
                    </a:p>
                  </a:txBody>
                  <a:tcPr anchor="ctr"/>
                </a:tc>
                <a:extLst>
                  <a:ext uri="{0D108BD9-81ED-4DB2-BD59-A6C34878D82A}">
                    <a16:rowId xmlns:a16="http://schemas.microsoft.com/office/drawing/2014/main" val="3195526952"/>
                  </a:ext>
                </a:extLst>
              </a:tr>
              <a:tr h="550286">
                <a:tc>
                  <a:txBody>
                    <a:bodyPr/>
                    <a:lstStyle/>
                    <a:p>
                      <a:pPr algn="ctr"/>
                      <a:r>
                        <a:rPr lang="en-GB" sz="1350" dirty="0">
                          <a:latin typeface="Arial" panose="020B0604020202020204" pitchFamily="34" charset="0"/>
                          <a:cs typeface="Arial" panose="020B0604020202020204" pitchFamily="34" charset="0"/>
                        </a:rPr>
                        <a:t>LAP TWG</a:t>
                      </a:r>
                    </a:p>
                  </a:txBody>
                  <a:tcPr anchor="ctr"/>
                </a:tc>
                <a:tc>
                  <a:txBody>
                    <a:bodyPr/>
                    <a:lstStyle/>
                    <a:p>
                      <a:pPr algn="ctr"/>
                      <a:r>
                        <a:rPr lang="en-GB" sz="1350" dirty="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dirty="0">
                          <a:latin typeface="Arial" panose="020B0604020202020204" pitchFamily="34" charset="0"/>
                          <a:cs typeface="Arial" panose="020B0604020202020204" pitchFamily="34" charset="0"/>
                        </a:rPr>
                        <a:t>0.3</a:t>
                      </a:r>
                    </a:p>
                  </a:txBody>
                  <a:tcPr anchor="ctr"/>
                </a:tc>
                <a:tc>
                  <a:txBody>
                    <a:bodyPr/>
                    <a:lstStyle/>
                    <a:p>
                      <a:pPr algn="ctr"/>
                      <a:endParaRPr lang="en-GB" sz="135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86473495"/>
                  </a:ext>
                </a:extLst>
              </a:tr>
            </a:tbl>
          </a:graphicData>
        </a:graphic>
      </p:graphicFrame>
      <p:sp>
        <p:nvSpPr>
          <p:cNvPr id="7" name="Content Placeholder 4">
            <a:extLst>
              <a:ext uri="{FF2B5EF4-FFF2-40B4-BE49-F238E27FC236}">
                <a16:creationId xmlns:a16="http://schemas.microsoft.com/office/drawing/2014/main" id="{F18F9380-F30B-200A-37A6-8668E48BE67E}"/>
              </a:ext>
            </a:extLst>
          </p:cNvPr>
          <p:cNvSpPr>
            <a:spLocks noGrp="1"/>
          </p:cNvSpPr>
          <p:nvPr>
            <p:ph idx="1"/>
          </p:nvPr>
        </p:nvSpPr>
        <p:spPr>
          <a:xfrm>
            <a:off x="838200" y="1089426"/>
            <a:ext cx="10623896" cy="1374374"/>
          </a:xfrm>
        </p:spPr>
        <p:txBody>
          <a:bodyPr>
            <a:normAutofit/>
          </a:bodyPr>
          <a:lstStyle/>
          <a:p>
            <a:r>
              <a:rPr lang="en-GB" sz="1600" b="0"/>
              <a:t>The solution will through the following governance channels:</a:t>
            </a:r>
          </a:p>
          <a:p>
            <a:pPr marL="513000" lvl="2" indent="-108000"/>
            <a:r>
              <a:rPr lang="en-GB" sz="1300"/>
              <a:t>LAP TWG </a:t>
            </a:r>
            <a:endParaRPr lang="en-GB" sz="1300" b="0"/>
          </a:p>
          <a:p>
            <a:pPr marL="513000" lvl="2" indent="-108000"/>
            <a:r>
              <a:rPr lang="en-GB" sz="1300"/>
              <a:t>SDA (Solution Design Authority): Principal architects for each impacted ALB (Arm’s Length Body) must be informed and may need to endorse the solution.</a:t>
            </a:r>
          </a:p>
        </p:txBody>
      </p:sp>
      <p:sp>
        <p:nvSpPr>
          <p:cNvPr id="9" name="Title 8">
            <a:extLst>
              <a:ext uri="{FF2B5EF4-FFF2-40B4-BE49-F238E27FC236}">
                <a16:creationId xmlns:a16="http://schemas.microsoft.com/office/drawing/2014/main" id="{96218D08-A104-D96E-807E-865220296475}"/>
              </a:ext>
            </a:extLst>
          </p:cNvPr>
          <p:cNvSpPr>
            <a:spLocks noGrp="1"/>
          </p:cNvSpPr>
          <p:nvPr>
            <p:ph type="title"/>
          </p:nvPr>
        </p:nvSpPr>
        <p:spPr>
          <a:xfrm>
            <a:off x="838200" y="-14720"/>
            <a:ext cx="10515600" cy="1068821"/>
          </a:xfrm>
        </p:spPr>
        <p:txBody>
          <a:bodyPr/>
          <a:lstStyle/>
          <a:p>
            <a:r>
              <a:rPr lang="en-GB"/>
              <a:t>Version History, Including Sign-Offs</a:t>
            </a:r>
          </a:p>
        </p:txBody>
      </p:sp>
      <p:sp>
        <p:nvSpPr>
          <p:cNvPr id="10" name="Slide Number Placeholder 9">
            <a:extLst>
              <a:ext uri="{FF2B5EF4-FFF2-40B4-BE49-F238E27FC236}">
                <a16:creationId xmlns:a16="http://schemas.microsoft.com/office/drawing/2014/main" id="{63C9A866-C4E2-3091-F59E-4D85A326085F}"/>
              </a:ext>
            </a:extLst>
          </p:cNvPr>
          <p:cNvSpPr>
            <a:spLocks noGrp="1"/>
          </p:cNvSpPr>
          <p:nvPr>
            <p:ph type="sldNum" sz="quarter" idx="12"/>
          </p:nvPr>
        </p:nvSpPr>
        <p:spPr/>
        <p:txBody>
          <a:bodyPr/>
          <a:lstStyle/>
          <a:p>
            <a:fld id="{D54A9EDB-8E49-45DA-B8F1-10D42A336BCA}" type="slidenum">
              <a:rPr lang="en-GB" smtClean="0"/>
              <a:t>2</a:t>
            </a:fld>
            <a:endParaRPr lang="en-GB"/>
          </a:p>
        </p:txBody>
      </p:sp>
    </p:spTree>
    <p:extLst>
      <p:ext uri="{BB962C8B-B14F-4D97-AF65-F5344CB8AC3E}">
        <p14:creationId xmlns:p14="http://schemas.microsoft.com/office/powerpoint/2010/main" val="404629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B5B8B-687D-E615-99DE-D915F7E4AB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E415D5-E820-6DCF-79B8-BA72D5D6509F}"/>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Introduction</a:t>
            </a:r>
          </a:p>
        </p:txBody>
      </p:sp>
      <p:sp>
        <p:nvSpPr>
          <p:cNvPr id="4" name="Date Placeholder 3">
            <a:extLst>
              <a:ext uri="{FF2B5EF4-FFF2-40B4-BE49-F238E27FC236}">
                <a16:creationId xmlns:a16="http://schemas.microsoft.com/office/drawing/2014/main" id="{80F1EB79-F3B0-285D-A0E8-35AEE7CC956E}"/>
              </a:ext>
            </a:extLst>
          </p:cNvPr>
          <p:cNvSpPr>
            <a:spLocks noGrp="1"/>
          </p:cNvSpPr>
          <p:nvPr>
            <p:ph type="dt" sz="half" idx="10"/>
          </p:nvPr>
        </p:nvSpPr>
        <p:spPr/>
        <p:txBody>
          <a:bodyPr/>
          <a:lstStyle/>
          <a:p>
            <a:fld id="{8A96ABEB-63D3-43B3-9969-328E5447B679}" type="datetime1">
              <a:rPr lang="en-GB" smtClean="0"/>
              <a:t>13/07/2026</a:t>
            </a:fld>
            <a:endParaRPr lang="en-GB"/>
          </a:p>
        </p:txBody>
      </p:sp>
      <p:sp>
        <p:nvSpPr>
          <p:cNvPr id="5" name="Slide Number Placeholder 4">
            <a:extLst>
              <a:ext uri="{FF2B5EF4-FFF2-40B4-BE49-F238E27FC236}">
                <a16:creationId xmlns:a16="http://schemas.microsoft.com/office/drawing/2014/main" id="{98D3BA27-1CE9-E1DC-9A02-482BCFB3BEDF}"/>
              </a:ext>
            </a:extLst>
          </p:cNvPr>
          <p:cNvSpPr>
            <a:spLocks noGrp="1"/>
          </p:cNvSpPr>
          <p:nvPr>
            <p:ph type="sldNum" sz="quarter" idx="12"/>
          </p:nvPr>
        </p:nvSpPr>
        <p:spPr/>
        <p:txBody>
          <a:bodyPr/>
          <a:lstStyle/>
          <a:p>
            <a:fld id="{D54A9EDB-8E49-45DA-B8F1-10D42A336BCA}" type="slidenum">
              <a:rPr lang="en-GB" smtClean="0"/>
              <a:t>3</a:t>
            </a:fld>
            <a:endParaRPr lang="en-GB"/>
          </a:p>
        </p:txBody>
      </p:sp>
    </p:spTree>
    <p:extLst>
      <p:ext uri="{BB962C8B-B14F-4D97-AF65-F5344CB8AC3E}">
        <p14:creationId xmlns:p14="http://schemas.microsoft.com/office/powerpoint/2010/main" val="2381643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3F21CE-A524-E4F7-7C68-C1FE1BC49BDE}"/>
              </a:ext>
            </a:extLst>
          </p:cNvPr>
          <p:cNvSpPr>
            <a:spLocks noGrp="1"/>
          </p:cNvSpPr>
          <p:nvPr>
            <p:ph type="body" sz="quarter" idx="21"/>
          </p:nvPr>
        </p:nvSpPr>
        <p:spPr>
          <a:xfrm>
            <a:off x="874713" y="1415238"/>
            <a:ext cx="10556648" cy="4589065"/>
          </a:xfrm>
        </p:spPr>
        <p:txBody>
          <a:bodyPr>
            <a:normAutofit/>
          </a:bodyPr>
          <a:lstStyle/>
          <a:p>
            <a:pPr marL="0" indent="0">
              <a:buNone/>
            </a:pPr>
            <a:r>
              <a:rPr lang="en-GB" sz="1600" b="0"/>
              <a:t>DEFRA seeks to exit from Civica-managed hosting and support arrangements by migrating and modernising seven critical Animal and Plant Health Agency (APHA) applications to secure, compliant, and sustainable Defra Cloud-based platforms. These legacy applications are currently distributed across Civica, Atos Datacentre, and hybrid configurations, and require remediation, rationalisation, and alignment with Defra’s cloud-first strategy and security standards. </a:t>
            </a:r>
          </a:p>
          <a:p>
            <a:pPr marL="0" indent="0">
              <a:buNone/>
            </a:pPr>
            <a:r>
              <a:rPr lang="en-GB" sz="1600" b="0"/>
              <a:t>We wish to undertake a project to move the solution towards alignment of the technologies and practices of the Defra Cloud Centre of Excellence (</a:t>
            </a:r>
            <a:r>
              <a:rPr lang="en-GB" sz="1600" b="0" err="1"/>
              <a:t>CCoE</a:t>
            </a:r>
            <a:r>
              <a:rPr lang="en-GB" sz="1600" b="0"/>
              <a:t>) definitions, demonstrating benefits against observed obsolescence, technical debt and security markers, without widespread implementation and significant business disruption.</a:t>
            </a:r>
          </a:p>
          <a:p>
            <a:pPr marL="0" indent="0">
              <a:buNone/>
            </a:pPr>
            <a:endParaRPr lang="en-GB" sz="1600" b="0"/>
          </a:p>
        </p:txBody>
      </p:sp>
      <p:sp>
        <p:nvSpPr>
          <p:cNvPr id="2" name="Title 1">
            <a:extLst>
              <a:ext uri="{FF2B5EF4-FFF2-40B4-BE49-F238E27FC236}">
                <a16:creationId xmlns:a16="http://schemas.microsoft.com/office/drawing/2014/main" id="{2264D772-08AD-7866-0598-6D1197A7876E}"/>
              </a:ext>
            </a:extLst>
          </p:cNvPr>
          <p:cNvSpPr>
            <a:spLocks noGrp="1"/>
          </p:cNvSpPr>
          <p:nvPr>
            <p:ph type="title"/>
          </p:nvPr>
        </p:nvSpPr>
        <p:spPr/>
        <p:txBody>
          <a:bodyPr/>
          <a:lstStyle/>
          <a:p>
            <a:r>
              <a:rPr lang="en-GB"/>
              <a:t>Introduction</a:t>
            </a:r>
          </a:p>
        </p:txBody>
      </p:sp>
      <p:sp>
        <p:nvSpPr>
          <p:cNvPr id="6" name="Text Placeholder 5">
            <a:extLst>
              <a:ext uri="{FF2B5EF4-FFF2-40B4-BE49-F238E27FC236}">
                <a16:creationId xmlns:a16="http://schemas.microsoft.com/office/drawing/2014/main" id="{5751CD0F-0732-1429-EB39-D9B2113BD0AB}"/>
              </a:ext>
            </a:extLst>
          </p:cNvPr>
          <p:cNvSpPr>
            <a:spLocks noGrp="1"/>
          </p:cNvSpPr>
          <p:nvPr>
            <p:ph type="body" sz="quarter" idx="24"/>
          </p:nvPr>
        </p:nvSpPr>
        <p:spPr>
          <a:xfrm>
            <a:off x="874713" y="980880"/>
            <a:ext cx="10442575" cy="369332"/>
          </a:xfrm>
        </p:spPr>
        <p:txBody>
          <a:bodyPr/>
          <a:lstStyle/>
          <a:p>
            <a:r>
              <a:rPr lang="en-GB"/>
              <a:t>Background</a:t>
            </a:r>
          </a:p>
        </p:txBody>
      </p:sp>
      <p:sp>
        <p:nvSpPr>
          <p:cNvPr id="8" name="Rectangle 7">
            <a:extLst>
              <a:ext uri="{FF2B5EF4-FFF2-40B4-BE49-F238E27FC236}">
                <a16:creationId xmlns:a16="http://schemas.microsoft.com/office/drawing/2014/main" id="{FA2B4978-41E1-A99A-9F7E-B29D7DBFE130}"/>
              </a:ext>
            </a:extLst>
          </p:cNvPr>
          <p:cNvSpPr/>
          <p:nvPr/>
        </p:nvSpPr>
        <p:spPr>
          <a:xfrm>
            <a:off x="2210318" y="3787628"/>
            <a:ext cx="3234088" cy="2300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lang="en-GB" b="1">
                <a:latin typeface="Arial"/>
                <a:ea typeface="Calibri"/>
                <a:cs typeface="Arial"/>
              </a:rPr>
              <a:t>Current State </a:t>
            </a:r>
          </a:p>
          <a:p>
            <a:pPr algn="ctr"/>
            <a:endParaRPr lang="en-GB" b="1">
              <a:latin typeface="Arial" panose="020B0604020202020204" pitchFamily="34" charset="0"/>
              <a:ea typeface="Calibri" panose="020F0502020204030204" pitchFamily="34" charset="0"/>
              <a:cs typeface="Arial" panose="020B0604020202020204" pitchFamily="34" charset="0"/>
            </a:endParaRPr>
          </a:p>
          <a:p>
            <a:pPr algn="ctr"/>
            <a:r>
              <a:rPr lang="en-GB">
                <a:latin typeface="Arial"/>
                <a:ea typeface="Calibri"/>
                <a:cs typeface="Arial"/>
              </a:rPr>
              <a:t>On-Prem VM </a:t>
            </a:r>
            <a:endParaRPr lang="en-GB"/>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a:ea typeface="Calibri"/>
                <a:cs typeface="Arial"/>
              </a:rPr>
              <a:t>(current state)</a:t>
            </a:r>
          </a:p>
        </p:txBody>
      </p:sp>
      <p:sp>
        <p:nvSpPr>
          <p:cNvPr id="9" name="Rectangle 8">
            <a:extLst>
              <a:ext uri="{FF2B5EF4-FFF2-40B4-BE49-F238E27FC236}">
                <a16:creationId xmlns:a16="http://schemas.microsoft.com/office/drawing/2014/main" id="{83F35369-3DCF-1E3A-95C9-9BE0794AFBD9}"/>
              </a:ext>
            </a:extLst>
          </p:cNvPr>
          <p:cNvSpPr/>
          <p:nvPr/>
        </p:nvSpPr>
        <p:spPr>
          <a:xfrm>
            <a:off x="7123385" y="3703648"/>
            <a:ext cx="3234088" cy="2300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Target State</a:t>
            </a:r>
          </a:p>
          <a:p>
            <a:pPr algn="ctr"/>
            <a:endParaRPr lang="en-GB" b="1">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Cloud-native solution in Defra CCoE platform</a:t>
            </a: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(alignment to CCoE)</a:t>
            </a:r>
          </a:p>
        </p:txBody>
      </p:sp>
    </p:spTree>
    <p:extLst>
      <p:ext uri="{BB962C8B-B14F-4D97-AF65-F5344CB8AC3E}">
        <p14:creationId xmlns:p14="http://schemas.microsoft.com/office/powerpoint/2010/main" val="3141899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2DF8-7E79-B498-7E10-277A996A5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BD98F-8B8E-5C4A-BD22-9274B37A97EE}"/>
              </a:ext>
            </a:extLst>
          </p:cNvPr>
          <p:cNvSpPr>
            <a:spLocks noGrp="1"/>
          </p:cNvSpPr>
          <p:nvPr>
            <p:ph type="title"/>
          </p:nvPr>
        </p:nvSpPr>
        <p:spPr/>
        <p:txBody>
          <a:bodyPr/>
          <a:lstStyle/>
          <a:p>
            <a:r>
              <a:rPr lang="en-GB"/>
              <a:t>Introduction</a:t>
            </a:r>
          </a:p>
        </p:txBody>
      </p:sp>
      <p:sp>
        <p:nvSpPr>
          <p:cNvPr id="6" name="Text Placeholder 5">
            <a:extLst>
              <a:ext uri="{FF2B5EF4-FFF2-40B4-BE49-F238E27FC236}">
                <a16:creationId xmlns:a16="http://schemas.microsoft.com/office/drawing/2014/main" id="{37BF17B0-6E04-089E-EDA8-CF8ABF3D1155}"/>
              </a:ext>
            </a:extLst>
          </p:cNvPr>
          <p:cNvSpPr>
            <a:spLocks noGrp="1"/>
          </p:cNvSpPr>
          <p:nvPr>
            <p:ph type="body" sz="quarter" idx="24"/>
          </p:nvPr>
        </p:nvSpPr>
        <p:spPr>
          <a:xfrm>
            <a:off x="874713" y="980880"/>
            <a:ext cx="10442575" cy="369332"/>
          </a:xfrm>
        </p:spPr>
        <p:txBody>
          <a:bodyPr/>
          <a:lstStyle/>
          <a:p>
            <a:r>
              <a:rPr lang="en-GB"/>
              <a:t>Objectives</a:t>
            </a:r>
          </a:p>
        </p:txBody>
      </p:sp>
      <p:sp>
        <p:nvSpPr>
          <p:cNvPr id="10" name="Rectangle 9">
            <a:extLst>
              <a:ext uri="{FF2B5EF4-FFF2-40B4-BE49-F238E27FC236}">
                <a16:creationId xmlns:a16="http://schemas.microsoft.com/office/drawing/2014/main" id="{ABEB32C8-5500-BE99-18E0-846272BC83D3}"/>
              </a:ext>
            </a:extLst>
          </p:cNvPr>
          <p:cNvSpPr/>
          <p:nvPr/>
        </p:nvSpPr>
        <p:spPr>
          <a:xfrm>
            <a:off x="943276" y="4293304"/>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Obsolescence</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Removal of outdated, end-of-life, end-of-support components, with limited or diminishing intellectual knowledge and capability. </a:t>
            </a:r>
          </a:p>
        </p:txBody>
      </p:sp>
      <p:sp>
        <p:nvSpPr>
          <p:cNvPr id="11" name="Rectangle 10">
            <a:extLst>
              <a:ext uri="{FF2B5EF4-FFF2-40B4-BE49-F238E27FC236}">
                <a16:creationId xmlns:a16="http://schemas.microsoft.com/office/drawing/2014/main" id="{028A5321-1DF3-24C7-0B72-DE4226A531A8}"/>
              </a:ext>
            </a:extLst>
          </p:cNvPr>
          <p:cNvSpPr/>
          <p:nvPr/>
        </p:nvSpPr>
        <p:spPr>
          <a:xfrm>
            <a:off x="4690711" y="4293303"/>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Technical Debt</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Removal of suboptimal technologies, and fragmented technology stacks that are not aligned to the Defra &amp; </a:t>
            </a:r>
            <a:r>
              <a:rPr lang="en-GB" err="1">
                <a:latin typeface="Arial" panose="020B0604020202020204" pitchFamily="34" charset="0"/>
                <a:ea typeface="Calibri" panose="020F0502020204030204" pitchFamily="34" charset="0"/>
                <a:cs typeface="Arial" panose="020B0604020202020204" pitchFamily="34" charset="0"/>
              </a:rPr>
              <a:t>CCoE</a:t>
            </a:r>
            <a:r>
              <a:rPr lang="en-GB">
                <a:latin typeface="Arial" panose="020B0604020202020204" pitchFamily="34" charset="0"/>
                <a:ea typeface="Calibri" panose="020F0502020204030204" pitchFamily="34" charset="0"/>
                <a:cs typeface="Arial" panose="020B0604020202020204" pitchFamily="34" charset="0"/>
              </a:rPr>
              <a:t> strategic direction.</a:t>
            </a:r>
            <a:endParaRPr lang="en-GB" sz="2000">
              <a:latin typeface="Arial" panose="020B0604020202020204" pitchFamily="34" charset="0"/>
              <a:ea typeface="Calibri" panose="020F050202020403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24A1637-4199-91C0-3298-8F1B3F4FC990}"/>
              </a:ext>
            </a:extLst>
          </p:cNvPr>
          <p:cNvSpPr/>
          <p:nvPr/>
        </p:nvSpPr>
        <p:spPr>
          <a:xfrm>
            <a:off x="8438147" y="4293303"/>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Security &amp; Compliance</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Remediation against known vulnerabilities, and enabling compliance to organisational security standards including remediation </a:t>
            </a:r>
            <a:endParaRPr lang="en-GB" sz="2000">
              <a:latin typeface="Arial" panose="020B0604020202020204" pitchFamily="34" charset="0"/>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EE8C918-DC91-09E2-BB17-94FE8AED0A1A}"/>
              </a:ext>
            </a:extLst>
          </p:cNvPr>
          <p:cNvSpPr txBox="1"/>
          <p:nvPr/>
        </p:nvSpPr>
        <p:spPr>
          <a:xfrm>
            <a:off x="874713" y="1332558"/>
            <a:ext cx="10797522" cy="2215991"/>
          </a:xfrm>
          <a:prstGeom prst="rect">
            <a:avLst/>
          </a:prstGeom>
          <a:noFill/>
        </p:spPr>
        <p:txBody>
          <a:bodyPr wrap="square">
            <a:spAutoFit/>
          </a:bodyPr>
          <a:lstStyle/>
          <a:p>
            <a:pPr>
              <a:spcAft>
                <a:spcPts val="600"/>
              </a:spcAft>
            </a:pPr>
            <a:r>
              <a:rPr lang="en-GB" sz="1600">
                <a:latin typeface="Arial" panose="020B0604020202020204" pitchFamily="34" charset="0"/>
                <a:cs typeface="Arial" panose="020B0604020202020204" pitchFamily="34" charset="0"/>
              </a:rPr>
              <a:t>The primary objective is to design and implement a modern solution for migrating and modernising hosted application within the Defra Azure tenancy, that is compliant with the Cloud Centre of Excellence (CCoE) patterns and standards. Address overengineering and complexity by standardising on unified and strategically aligned component framework whilst moving away from obsolete platforms and services and their associated licencing/maintenance costs.</a:t>
            </a:r>
          </a:p>
          <a:p>
            <a:pPr>
              <a:spcAft>
                <a:spcPts val="600"/>
              </a:spcAft>
            </a:pPr>
            <a:r>
              <a:rPr lang="en-GB" sz="1600">
                <a:latin typeface="Arial" panose="020B0604020202020204" pitchFamily="34" charset="0"/>
                <a:cs typeface="Arial" panose="020B0604020202020204" pitchFamily="34" charset="0"/>
              </a:rPr>
              <a:t>A secondary objective of this high-level solution architecture is to replicate the full current functional capability whilst enabling future scalability and enhancement opportunities. The design will ensure that existing service levels and resilience standards are maintained or improved on, supporting long-term operational efficiency and adaptability.</a:t>
            </a:r>
          </a:p>
          <a:p>
            <a:endParaRPr lang="en-GB" sz="16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CCE4086-28B4-28AB-90E1-D141CB6D4F4A}"/>
              </a:ext>
            </a:extLst>
          </p:cNvPr>
          <p:cNvSpPr txBox="1"/>
          <p:nvPr/>
        </p:nvSpPr>
        <p:spPr>
          <a:xfrm>
            <a:off x="874713" y="3196978"/>
            <a:ext cx="6107228" cy="369332"/>
          </a:xfrm>
          <a:prstGeom prst="rect">
            <a:avLst/>
          </a:prstGeom>
        </p:spPr>
        <p:txBody>
          <a:bodyPr vert="horz" wrap="square" lIns="91440" tIns="45720" rIns="91440" bIns="45720" rtlCol="0" anchor="t">
            <a:spAutoFit/>
          </a:bodyPr>
          <a:lstStyle>
            <a:lvl1pPr marL="0" indent="0" defTabSz="685800" eaLnBrk="1" latinLnBrk="0" hangingPunct="1">
              <a:lnSpc>
                <a:spcPct val="100000"/>
              </a:lnSpc>
              <a:spcBef>
                <a:spcPts val="0"/>
              </a:spcBef>
              <a:buFontTx/>
              <a:buNone/>
              <a:defRPr sz="1800" b="1">
                <a:latin typeface="Arial" panose="020B0604020202020204" pitchFamily="34" charset="0"/>
                <a:cs typeface="Arial" panose="020B0604020202020204" pitchFamily="34" charset="0"/>
              </a:defRPr>
            </a:lvl1pPr>
            <a:lvl2pPr marL="0" indent="0" defTabSz="685800" eaLnBrk="1" latinLnBrk="0" hangingPunct="1">
              <a:lnSpc>
                <a:spcPct val="90000"/>
              </a:lnSpc>
              <a:spcBef>
                <a:spcPts val="375"/>
              </a:spcBef>
              <a:buFontTx/>
              <a:buNone/>
              <a:defRPr sz="2100">
                <a:latin typeface="Arial" panose="020B0604020202020204" pitchFamily="34" charset="0"/>
                <a:cs typeface="Arial" panose="020B0604020202020204" pitchFamily="34" charset="0"/>
              </a:defRPr>
            </a:lvl2pPr>
            <a:lvl3pPr marL="405000" indent="-171450" defTabSz="685800" eaLnBrk="1" latinLnBrk="0" hangingPunct="1">
              <a:lnSpc>
                <a:spcPct val="90000"/>
              </a:lnSpc>
              <a:spcBef>
                <a:spcPts val="375"/>
              </a:spcBef>
              <a:buClr>
                <a:srgbClr val="28718F"/>
              </a:buClr>
              <a:buFont typeface="Arial" panose="020B0604020202020204" pitchFamily="34" charset="0"/>
              <a:buChar char="•"/>
              <a:defRPr sz="2100">
                <a:latin typeface="Arial" panose="020B0604020202020204" pitchFamily="34" charset="0"/>
                <a:cs typeface="Arial" panose="020B0604020202020204" pitchFamily="34" charset="0"/>
              </a:defRPr>
            </a:lvl3pPr>
            <a:lvl4pPr marL="810000" indent="-171450" defTabSz="685800" eaLnBrk="1" latinLnBrk="0" hangingPunct="1">
              <a:lnSpc>
                <a:spcPct val="90000"/>
              </a:lnSpc>
              <a:spcBef>
                <a:spcPts val="375"/>
              </a:spcBef>
              <a:buClr>
                <a:srgbClr val="28718F"/>
              </a:buClr>
              <a:buFont typeface="Arial" panose="020B0604020202020204" pitchFamily="34" charset="0"/>
              <a:buChar char="•"/>
              <a:defRPr sz="2100">
                <a:latin typeface="Arial" panose="020B0604020202020204" pitchFamily="34" charset="0"/>
                <a:cs typeface="Arial" panose="020B0604020202020204" pitchFamily="34" charset="0"/>
              </a:defRPr>
            </a:lvl4pPr>
            <a:lvl5pPr marL="1543050" indent="-171450" defTabSz="685800" eaLnBrk="1" latinLnBrk="0" hangingPunct="1">
              <a:lnSpc>
                <a:spcPct val="90000"/>
              </a:lnSpc>
              <a:spcBef>
                <a:spcPts val="375"/>
              </a:spcBef>
              <a:buFont typeface="Arial" panose="020B0604020202020204" pitchFamily="34" charset="0"/>
              <a:buChar char="•"/>
              <a:defRPr sz="1350">
                <a:latin typeface="Arial" panose="020B0604020202020204" pitchFamily="34" charset="0"/>
                <a:cs typeface="Arial" panose="020B0604020202020204" pitchFamily="34" charset="0"/>
              </a:defRPr>
            </a:lvl5pPr>
            <a:lvl6pPr marL="1885950" indent="-171450" defTabSz="685800">
              <a:lnSpc>
                <a:spcPct val="90000"/>
              </a:lnSpc>
              <a:spcBef>
                <a:spcPts val="375"/>
              </a:spcBef>
              <a:buFont typeface="Arial" panose="020B0604020202020204" pitchFamily="34" charset="0"/>
              <a:buChar char="•"/>
              <a:defRPr sz="1350">
                <a:latin typeface="+mn-lt"/>
                <a:cs typeface="+mn-cs"/>
              </a:defRPr>
            </a:lvl6pPr>
            <a:lvl7pPr marL="2228850" indent="-171450" defTabSz="685800">
              <a:lnSpc>
                <a:spcPct val="90000"/>
              </a:lnSpc>
              <a:spcBef>
                <a:spcPts val="375"/>
              </a:spcBef>
              <a:buFont typeface="Arial" panose="020B0604020202020204" pitchFamily="34" charset="0"/>
              <a:buChar char="•"/>
              <a:defRPr sz="1350">
                <a:latin typeface="+mn-lt"/>
                <a:cs typeface="+mn-cs"/>
              </a:defRPr>
            </a:lvl7pPr>
            <a:lvl8pPr marL="2571750" indent="-171450" defTabSz="685800">
              <a:lnSpc>
                <a:spcPct val="90000"/>
              </a:lnSpc>
              <a:spcBef>
                <a:spcPts val="375"/>
              </a:spcBef>
              <a:buFont typeface="Arial" panose="020B0604020202020204" pitchFamily="34" charset="0"/>
              <a:buChar char="•"/>
              <a:defRPr sz="1350">
                <a:latin typeface="+mn-lt"/>
                <a:cs typeface="+mn-cs"/>
              </a:defRPr>
            </a:lvl8pPr>
            <a:lvl9pPr marL="2914650" indent="-171450" defTabSz="685800">
              <a:lnSpc>
                <a:spcPct val="90000"/>
              </a:lnSpc>
              <a:spcBef>
                <a:spcPts val="375"/>
              </a:spcBef>
              <a:buFont typeface="Arial" panose="020B0604020202020204" pitchFamily="34" charset="0"/>
              <a:buChar char="•"/>
              <a:defRPr sz="1350">
                <a:latin typeface="+mn-lt"/>
                <a:cs typeface="+mn-cs"/>
              </a:defRPr>
            </a:lvl9pPr>
          </a:lstStyle>
          <a:p>
            <a:r>
              <a:rPr lang="en-GB"/>
              <a:t>Drivers</a:t>
            </a:r>
          </a:p>
        </p:txBody>
      </p:sp>
      <p:sp>
        <p:nvSpPr>
          <p:cNvPr id="18" name="TextBox 17">
            <a:extLst>
              <a:ext uri="{FF2B5EF4-FFF2-40B4-BE49-F238E27FC236}">
                <a16:creationId xmlns:a16="http://schemas.microsoft.com/office/drawing/2014/main" id="{C79EFA71-F52B-4549-4AFC-44DFEE593153}"/>
              </a:ext>
            </a:extLst>
          </p:cNvPr>
          <p:cNvSpPr txBox="1"/>
          <p:nvPr/>
        </p:nvSpPr>
        <p:spPr>
          <a:xfrm>
            <a:off x="874713" y="3525993"/>
            <a:ext cx="10797522" cy="584775"/>
          </a:xfrm>
          <a:prstGeom prst="rect">
            <a:avLst/>
          </a:prstGeom>
          <a:noFill/>
        </p:spPr>
        <p:txBody>
          <a:bodyPr wrap="square">
            <a:spAutoFit/>
          </a:bodyPr>
          <a:lstStyle/>
          <a:p>
            <a:r>
              <a:rPr lang="en-GB" sz="1600">
                <a:latin typeface="Arial" panose="020B0604020202020204" pitchFamily="34" charset="0"/>
                <a:cs typeface="Arial" panose="020B0604020202020204" pitchFamily="34" charset="0"/>
              </a:rPr>
              <a:t>The proposed solution will be planned to deliver benefits against observed obsolescence, technical debt and security markers, without widespread implementation leading to significant business disruption.</a:t>
            </a:r>
          </a:p>
        </p:txBody>
      </p:sp>
    </p:spTree>
    <p:extLst>
      <p:ext uri="{BB962C8B-B14F-4D97-AF65-F5344CB8AC3E}">
        <p14:creationId xmlns:p14="http://schemas.microsoft.com/office/powerpoint/2010/main" val="1600937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93333-6C1D-59D0-FB29-2AC1EC81E35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32E65A2-C326-CB00-02A8-059C4C3038EE}"/>
              </a:ext>
            </a:extLst>
          </p:cNvPr>
          <p:cNvSpPr txBox="1">
            <a:spLocks/>
          </p:cNvSpPr>
          <p:nvPr/>
        </p:nvSpPr>
        <p:spPr>
          <a:xfrm>
            <a:off x="490665" y="64396"/>
            <a:ext cx="10442575" cy="470898"/>
          </a:xfrm>
          <a:prstGeom prst="rect">
            <a:avLst/>
          </a:prstGeom>
        </p:spPr>
        <p:txBody>
          <a:bodyPr vert="horz" wrap="square" lIns="91440" tIns="45720" rIns="91440" bIns="45720" rtlCol="0" anchor="t" anchorCtr="0">
            <a:spAutoFit/>
          </a:bodyPr>
          <a:lstStyle>
            <a:lvl1pPr defTabSz="685800" eaLnBrk="1" latinLnBrk="0" hangingPunct="1">
              <a:lnSpc>
                <a:spcPct val="90000"/>
              </a:lnSpc>
              <a:spcBef>
                <a:spcPts val="0"/>
              </a:spcBef>
              <a:buNone/>
              <a:defRPr sz="2700" b="1">
                <a:solidFill>
                  <a:srgbClr val="28718F"/>
                </a:solidFill>
                <a:latin typeface="Arial" panose="020B0604020202020204" pitchFamily="34" charset="0"/>
                <a:ea typeface="+mj-ea"/>
                <a:cs typeface="Arial" panose="020B0604020202020204" pitchFamily="34" charset="0"/>
              </a:defRPr>
            </a:lvl1pPr>
          </a:lstStyle>
          <a:p>
            <a:r>
              <a:rPr lang="en-GB"/>
              <a:t>Alignment to LAP Obsolescence Criteria</a:t>
            </a:r>
          </a:p>
        </p:txBody>
      </p:sp>
      <p:sp>
        <p:nvSpPr>
          <p:cNvPr id="7" name="Title 1">
            <a:extLst>
              <a:ext uri="{FF2B5EF4-FFF2-40B4-BE49-F238E27FC236}">
                <a16:creationId xmlns:a16="http://schemas.microsoft.com/office/drawing/2014/main" id="{F8C999CB-B7B7-26A4-0BC7-C4D6E9C0A7FC}"/>
              </a:ext>
            </a:extLst>
          </p:cNvPr>
          <p:cNvSpPr>
            <a:spLocks noGrp="1"/>
          </p:cNvSpPr>
          <p:nvPr>
            <p:ph type="title"/>
          </p:nvPr>
        </p:nvSpPr>
        <p:spPr>
          <a:xfrm>
            <a:off x="561399" y="492001"/>
            <a:ext cx="6978844" cy="369332"/>
          </a:xfrm>
        </p:spPr>
        <p:txBody>
          <a:bodyPr vert="horz" wrap="square" lIns="91440" tIns="45720" rIns="91440" bIns="45720" rtlCol="0" anchor="t">
            <a:spAutoFit/>
          </a:bodyPr>
          <a:lstStyle/>
          <a:p>
            <a:pPr>
              <a:lnSpc>
                <a:spcPct val="100000"/>
              </a:lnSpc>
              <a:spcBef>
                <a:spcPts val="0"/>
              </a:spcBef>
            </a:pPr>
            <a:r>
              <a:rPr lang="en-GB" sz="1800">
                <a:solidFill>
                  <a:schemeClr val="tx1"/>
                </a:solidFill>
                <a:ea typeface="+mn-ea"/>
              </a:rPr>
              <a:t>Alignment to Architectural As-Is</a:t>
            </a:r>
          </a:p>
        </p:txBody>
      </p:sp>
      <p:sp>
        <p:nvSpPr>
          <p:cNvPr id="9" name="Slide Number Placeholder 8">
            <a:extLst>
              <a:ext uri="{FF2B5EF4-FFF2-40B4-BE49-F238E27FC236}">
                <a16:creationId xmlns:a16="http://schemas.microsoft.com/office/drawing/2014/main" id="{CD2E37D3-7C17-3F45-CDA0-C910F5CD2019}"/>
              </a:ext>
            </a:extLst>
          </p:cNvPr>
          <p:cNvSpPr>
            <a:spLocks noGrp="1"/>
          </p:cNvSpPr>
          <p:nvPr>
            <p:ph type="sldNum" sz="quarter" idx="12"/>
          </p:nvPr>
        </p:nvSpPr>
        <p:spPr/>
        <p:txBody>
          <a:bodyPr/>
          <a:lstStyle/>
          <a:p>
            <a:fld id="{D54A9EDB-8E49-45DA-B8F1-10D42A336BCA}" type="slidenum">
              <a:rPr lang="en-GB" smtClean="0"/>
              <a:t>6</a:t>
            </a:fld>
            <a:endParaRPr lang="en-GB"/>
          </a:p>
        </p:txBody>
      </p:sp>
      <p:graphicFrame>
        <p:nvGraphicFramePr>
          <p:cNvPr id="5" name="Table 4">
            <a:extLst>
              <a:ext uri="{FF2B5EF4-FFF2-40B4-BE49-F238E27FC236}">
                <a16:creationId xmlns:a16="http://schemas.microsoft.com/office/drawing/2014/main" id="{B3452FDB-09A1-0163-D057-76BFC4E46A99}"/>
              </a:ext>
            </a:extLst>
          </p:cNvPr>
          <p:cNvGraphicFramePr>
            <a:graphicFrameLocks noGrp="1"/>
          </p:cNvGraphicFramePr>
          <p:nvPr>
            <p:extLst>
              <p:ext uri="{D42A27DB-BD31-4B8C-83A1-F6EECF244321}">
                <p14:modId xmlns:p14="http://schemas.microsoft.com/office/powerpoint/2010/main" val="1859183890"/>
              </p:ext>
            </p:extLst>
          </p:nvPr>
        </p:nvGraphicFramePr>
        <p:xfrm>
          <a:off x="490665" y="989581"/>
          <a:ext cx="10954735" cy="3987014"/>
        </p:xfrm>
        <a:graphic>
          <a:graphicData uri="http://schemas.openxmlformats.org/drawingml/2006/table">
            <a:tbl>
              <a:tblPr firstRow="1" bandRow="1">
                <a:tableStyleId>{5C22544A-7EE6-4342-B048-85BDC9FD1C3A}</a:tableStyleId>
              </a:tblPr>
              <a:tblGrid>
                <a:gridCol w="1454601">
                  <a:extLst>
                    <a:ext uri="{9D8B030D-6E8A-4147-A177-3AD203B41FA5}">
                      <a16:colId xmlns:a16="http://schemas.microsoft.com/office/drawing/2014/main" val="3996996170"/>
                    </a:ext>
                  </a:extLst>
                </a:gridCol>
                <a:gridCol w="943275">
                  <a:extLst>
                    <a:ext uri="{9D8B030D-6E8A-4147-A177-3AD203B41FA5}">
                      <a16:colId xmlns:a16="http://schemas.microsoft.com/office/drawing/2014/main" val="2309785200"/>
                    </a:ext>
                  </a:extLst>
                </a:gridCol>
                <a:gridCol w="8556859">
                  <a:extLst>
                    <a:ext uri="{9D8B030D-6E8A-4147-A177-3AD203B41FA5}">
                      <a16:colId xmlns:a16="http://schemas.microsoft.com/office/drawing/2014/main" val="1467401512"/>
                    </a:ext>
                  </a:extLst>
                </a:gridCol>
              </a:tblGrid>
              <a:tr h="402414">
                <a:tc>
                  <a:txBody>
                    <a:bodyPr/>
                    <a:lstStyle/>
                    <a:p>
                      <a:r>
                        <a:rPr lang="en-US" sz="1400" dirty="0"/>
                        <a:t>Current Status</a:t>
                      </a:r>
                    </a:p>
                  </a:txBody>
                  <a:tcPr/>
                </a:tc>
                <a:tc>
                  <a:txBody>
                    <a:bodyPr/>
                    <a:lstStyle/>
                    <a:p>
                      <a:r>
                        <a:rPr lang="en-US" sz="1400"/>
                        <a:t>Risk RAG</a:t>
                      </a:r>
                    </a:p>
                  </a:txBody>
                  <a:tcPr/>
                </a:tc>
                <a:tc>
                  <a:txBody>
                    <a:bodyPr/>
                    <a:lstStyle/>
                    <a:p>
                      <a:r>
                        <a:rPr lang="en-US" sz="1400"/>
                        <a:t>Points</a:t>
                      </a:r>
                    </a:p>
                  </a:txBody>
                  <a:tcPr/>
                </a:tc>
                <a:extLst>
                  <a:ext uri="{0D108BD9-81ED-4DB2-BD59-A6C34878D82A}">
                    <a16:rowId xmlns:a16="http://schemas.microsoft.com/office/drawing/2014/main" val="1034883558"/>
                  </a:ext>
                </a:extLst>
              </a:tr>
              <a:tr h="85590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Obsolescence</a:t>
                      </a:r>
                    </a:p>
                  </a:txBody>
                  <a:tcPr/>
                </a:tc>
                <a:tc>
                  <a:txBody>
                    <a:bodyPr/>
                    <a:lstStyle/>
                    <a:p>
                      <a:pPr algn="ct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lang="en-US" sz="1400"/>
                    </a:p>
                  </a:txBody>
                  <a:tcPr anchor="ctr"/>
                </a:tc>
                <a:tc>
                  <a:txBody>
                    <a:bodyPr/>
                    <a:lstStyle/>
                    <a:p>
                      <a:pPr marL="285750" lvl="0" indent="-285750">
                        <a:buFont typeface="Wingdings" panose="05000000000000000000" pitchFamily="2" charset="2"/>
                        <a:buChar char="§"/>
                      </a:pPr>
                      <a:r>
                        <a:rPr lang="en-US" sz="1400" b="0" i="0" kern="1200" noProof="0">
                          <a:solidFill>
                            <a:schemeClr val="dk1"/>
                          </a:solidFill>
                          <a:effectLst/>
                          <a:latin typeface="+mn-lt"/>
                          <a:ea typeface="+mn-ea"/>
                          <a:cs typeface="Arial"/>
                        </a:rPr>
                        <a:t>Windows Server 2016 mainstream support ended on Jan 2022 with extended support till 2027.</a:t>
                      </a:r>
                    </a:p>
                    <a:p>
                      <a:pPr marL="285750" marR="0" lvl="0" indent="-2857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b="0" i="0" kern="1200" noProof="0">
                          <a:solidFill>
                            <a:schemeClr val="dk1"/>
                          </a:solidFill>
                          <a:effectLst/>
                          <a:latin typeface="+mn-lt"/>
                          <a:ea typeface="+mn-ea"/>
                          <a:cs typeface="Arial"/>
                        </a:rPr>
                        <a:t> IIS version 10 is approaching end‑of‑life ( i.e.- till Jan 2027)  </a:t>
                      </a:r>
                      <a:r>
                        <a:rPr lang="en-US" sz="1350" b="0" i="0" kern="1200">
                          <a:solidFill>
                            <a:schemeClr val="dk1"/>
                          </a:solidFill>
                          <a:effectLst/>
                          <a:latin typeface="+mn-lt"/>
                          <a:ea typeface="+mn-ea"/>
                          <a:cs typeface="+mn-cs"/>
                        </a:rPr>
                        <a:t>with </a:t>
                      </a:r>
                      <a:r>
                        <a:rPr lang="en-US" sz="1400" b="0" i="0" kern="1200" noProof="0">
                          <a:solidFill>
                            <a:schemeClr val="dk1"/>
                          </a:solidFill>
                          <a:effectLst/>
                          <a:latin typeface="+mn-lt"/>
                          <a:ea typeface="+mn-ea"/>
                          <a:cs typeface="Arial"/>
                        </a:rPr>
                        <a:t>limited vendor support.</a:t>
                      </a:r>
                    </a:p>
                    <a:p>
                      <a:pPr marL="285750" indent="-285750">
                        <a:buFont typeface="Wingdings" panose="05000000000000000000" pitchFamily="2" charset="2"/>
                        <a:buChar char="§"/>
                      </a:pPr>
                      <a:r>
                        <a:rPr lang="en-US" sz="1400" b="0" i="0" kern="1200">
                          <a:solidFill>
                            <a:schemeClr val="dk1"/>
                          </a:solidFill>
                          <a:effectLst/>
                          <a:latin typeface="+mn-lt"/>
                          <a:ea typeface="+mn-ea"/>
                          <a:cs typeface="+mn-cs"/>
                        </a:rPr>
                        <a:t>ASP.NET Web Forms (v4.0) </a:t>
                      </a:r>
                      <a:r>
                        <a:rPr lang="en-US" sz="1400" b="0" i="0" kern="1200" noProof="0">
                          <a:solidFill>
                            <a:schemeClr val="dk1"/>
                          </a:solidFill>
                          <a:effectLst/>
                          <a:latin typeface="+mn-lt"/>
                          <a:ea typeface="+mn-ea"/>
                          <a:cs typeface="Arial"/>
                        </a:rPr>
                        <a:t>support ended by Jan 2016.</a:t>
                      </a:r>
                    </a:p>
                  </a:txBody>
                  <a:tcPr/>
                </a:tc>
                <a:extLst>
                  <a:ext uri="{0D108BD9-81ED-4DB2-BD59-A6C34878D82A}">
                    <a16:rowId xmlns:a16="http://schemas.microsoft.com/office/drawing/2014/main" val="2183483805"/>
                  </a:ext>
                </a:extLst>
              </a:tr>
              <a:tr h="7938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Technical Debt</a:t>
                      </a:r>
                    </a:p>
                  </a:txBody>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nchor="ctr"/>
                </a:tc>
                <a:tc>
                  <a:txBody>
                    <a:bodyPr/>
                    <a:lstStyle/>
                    <a:p>
                      <a:pPr marL="285750" lvl="0" indent="-285750">
                        <a:buClr>
                          <a:srgbClr val="000000"/>
                        </a:buClr>
                        <a:buFont typeface="Wingdings,Sans-Serif"/>
                        <a:buChar char="§"/>
                      </a:pPr>
                      <a:r>
                        <a:rPr lang="en-US" sz="1400" b="0" i="0" u="none" strike="noStrike" kern="1200" noProof="0" dirty="0">
                          <a:solidFill>
                            <a:schemeClr val="dk1"/>
                          </a:solidFill>
                          <a:effectLst/>
                          <a:latin typeface="+mn-lt"/>
                        </a:rPr>
                        <a:t>There are no DevOps CI/CD practices in place.</a:t>
                      </a:r>
                      <a:endParaRPr lang="en-US" sz="1400" dirty="0">
                        <a:latin typeface="+mn-lt"/>
                      </a:endParaRPr>
                    </a:p>
                    <a:p>
                      <a:pPr marL="285750" lvl="0" indent="-285750">
                        <a:buClr>
                          <a:srgbClr val="000000"/>
                        </a:buClr>
                        <a:buFont typeface="Wingdings,Sans-Serif"/>
                        <a:buChar char="§"/>
                      </a:pPr>
                      <a:r>
                        <a:rPr lang="en-US" sz="1400" b="0" i="0" u="none" strike="noStrike" kern="1200" noProof="0" dirty="0">
                          <a:solidFill>
                            <a:schemeClr val="dk1"/>
                          </a:solidFill>
                          <a:effectLst/>
                          <a:latin typeface="+mn-lt"/>
                          <a:ea typeface="+mn-ea"/>
                          <a:cs typeface="+mn-cs"/>
                        </a:rPr>
                        <a:t>Server patching and maintenance are performed manually.</a:t>
                      </a:r>
                      <a:endParaRPr lang="en-US" sz="1400" b="0" i="0" u="none" strike="noStrike" kern="1200" dirty="0">
                        <a:solidFill>
                          <a:schemeClr val="dk1"/>
                        </a:solidFill>
                        <a:effectLst/>
                        <a:latin typeface="+mn-lt"/>
                        <a:ea typeface="+mn-ea"/>
                        <a:cs typeface="+mn-cs"/>
                      </a:endParaRPr>
                    </a:p>
                    <a:p>
                      <a:pPr marL="285750" lvl="0" indent="-285750">
                        <a:buClr>
                          <a:srgbClr val="000000"/>
                        </a:buClr>
                        <a:buFont typeface="Wingdings,Sans-Serif"/>
                        <a:buChar char="§"/>
                      </a:pPr>
                      <a:r>
                        <a:rPr lang="en-US" sz="1400" b="0" i="0" u="none" strike="noStrike" kern="1200" noProof="0" dirty="0">
                          <a:solidFill>
                            <a:schemeClr val="dk1"/>
                          </a:solidFill>
                          <a:effectLst/>
                          <a:latin typeface="+mn-lt"/>
                          <a:ea typeface="+mn-ea"/>
                          <a:cs typeface="+mn-cs"/>
                        </a:rPr>
                        <a:t>Current path-to-live (TEST </a:t>
                      </a:r>
                      <a:r>
                        <a:rPr lang="en-US" sz="1400" b="0" i="0" u="none" strike="noStrike" kern="1200" noProof="0" dirty="0">
                          <a:solidFill>
                            <a:schemeClr val="dk1"/>
                          </a:solidFill>
                          <a:effectLst/>
                          <a:latin typeface="+mn-lt"/>
                          <a:ea typeface="+mn-ea"/>
                          <a:cs typeface="+mn-cs"/>
                          <a:sym typeface="Wingdings" panose="05000000000000000000" pitchFamily="2" charset="2"/>
                        </a:rPr>
                        <a:t></a:t>
                      </a:r>
                      <a:r>
                        <a:rPr lang="en-US" sz="1400" b="0" i="0" u="none" strike="noStrike" kern="1200" noProof="0" dirty="0">
                          <a:solidFill>
                            <a:schemeClr val="dk1"/>
                          </a:solidFill>
                          <a:effectLst/>
                          <a:latin typeface="+mn-lt"/>
                          <a:ea typeface="+mn-ea"/>
                          <a:cs typeface="+mn-cs"/>
                        </a:rPr>
                        <a:t>Prod) is not aligned to DDTS standards.</a:t>
                      </a:r>
                      <a:endParaRPr lang="en-US" sz="1400" b="0" i="0" u="none" strike="noStrike" kern="1200" dirty="0">
                        <a:solidFill>
                          <a:schemeClr val="dk1"/>
                        </a:solidFill>
                        <a:effectLst/>
                        <a:latin typeface="+mn-lt"/>
                        <a:ea typeface="+mn-ea"/>
                        <a:cs typeface="+mn-cs"/>
                      </a:endParaRPr>
                    </a:p>
                  </a:txBody>
                  <a:tcPr/>
                </a:tc>
                <a:extLst>
                  <a:ext uri="{0D108BD9-81ED-4DB2-BD59-A6C34878D82A}">
                    <a16:rowId xmlns:a16="http://schemas.microsoft.com/office/drawing/2014/main" val="2279796845"/>
                  </a:ext>
                </a:extLst>
              </a:tr>
              <a:tr h="1934893">
                <a:tc>
                  <a:txBody>
                    <a:bodyPr/>
                    <a:lstStyle/>
                    <a:p>
                      <a:r>
                        <a:rPr lang="en-US" sz="1400" b="1"/>
                        <a:t>Security</a:t>
                      </a:r>
                    </a:p>
                  </a:txBody>
                  <a:tcPr/>
                </a:tc>
                <a:tc>
                  <a:txBody>
                    <a:bodyPr/>
                    <a:lstStyle/>
                    <a:p>
                      <a:pPr algn="ct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lang="en-US" sz="1400"/>
                    </a:p>
                  </a:txBody>
                  <a:tcPr anchor="ctr"/>
                </a:tc>
                <a:tc>
                  <a:txBody>
                    <a:bodyPr/>
                    <a:lstStyle/>
                    <a:p>
                      <a:pPr marL="285750" lvl="0" indent="-285750">
                        <a:buFont typeface="Wingdings" panose="05000000000000000000" pitchFamily="2" charset="2"/>
                        <a:buChar char="§"/>
                      </a:pPr>
                      <a:r>
                        <a:rPr lang="en-GB" sz="1350" b="0" i="0" kern="1200">
                          <a:solidFill>
                            <a:schemeClr val="dk1"/>
                          </a:solidFill>
                          <a:effectLst/>
                          <a:latin typeface="+mn-lt"/>
                          <a:ea typeface="+mn-ea"/>
                          <a:cs typeface="+mn-cs"/>
                        </a:rPr>
                        <a:t>Inadequate security monitoring </a:t>
                      </a:r>
                      <a:r>
                        <a:rPr lang="en-US" sz="1350" b="0" i="0" kern="1200">
                          <a:solidFill>
                            <a:schemeClr val="dk1"/>
                          </a:solidFill>
                          <a:effectLst/>
                          <a:latin typeface="+mn-lt"/>
                          <a:ea typeface="+mn-ea"/>
                          <a:cs typeface="+mn-cs"/>
                        </a:rPr>
                        <a:t>(e.g.- Traffic Anomalies, File System Security Events) which is not aligned with Defra Secure by design principles</a:t>
                      </a:r>
                    </a:p>
                    <a:p>
                      <a:pPr marL="285750" lvl="0" indent="-285750">
                        <a:buFont typeface="Wingdings" panose="05000000000000000000" pitchFamily="2" charset="2"/>
                        <a:buChar char="§"/>
                      </a:pPr>
                      <a:r>
                        <a:rPr lang="en-US" sz="1400" b="0" i="0" kern="1200">
                          <a:solidFill>
                            <a:schemeClr val="dk1"/>
                          </a:solidFill>
                          <a:effectLst/>
                          <a:latin typeface="+mn-lt"/>
                          <a:ea typeface="+mn-ea"/>
                          <a:cs typeface="Arial"/>
                        </a:rPr>
                        <a:t>No data encryption at rest as </a:t>
                      </a:r>
                      <a:r>
                        <a:rPr lang="en-GB" sz="1400" b="0" i="0" kern="1200">
                          <a:solidFill>
                            <a:schemeClr val="dk1"/>
                          </a:solidFill>
                          <a:effectLst/>
                          <a:latin typeface="+mn-lt"/>
                          <a:ea typeface="+mn-ea"/>
                          <a:cs typeface="Arial"/>
                        </a:rPr>
                        <a:t>SQL Server Transparent Data Encryption (TDE) is not  enabled.</a:t>
                      </a:r>
                    </a:p>
                    <a:p>
                      <a:pPr marL="285750" indent="-285750">
                        <a:buFont typeface="Wingdings" panose="05000000000000000000" pitchFamily="2" charset="2"/>
                        <a:buChar char="§"/>
                      </a:pPr>
                      <a:r>
                        <a:rPr lang="en-GB" sz="1400" b="0" i="0" kern="1200">
                          <a:solidFill>
                            <a:schemeClr val="dk1"/>
                          </a:solidFill>
                          <a:effectLst/>
                          <a:latin typeface="+mn-lt"/>
                          <a:ea typeface="+mn-ea"/>
                          <a:cs typeface="Arial"/>
                        </a:rPr>
                        <a:t>No data sharing protocol or data encryption enabled at transit (confirmed by Atos DBA)</a:t>
                      </a:r>
                    </a:p>
                    <a:p>
                      <a:pPr marL="285750" marR="0" lvl="0" indent="-2857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400" b="0" i="0" kern="1200">
                          <a:solidFill>
                            <a:schemeClr val="dk1"/>
                          </a:solidFill>
                          <a:effectLst/>
                          <a:latin typeface="+mn-lt"/>
                          <a:ea typeface="+mn-ea"/>
                          <a:cs typeface="Arial"/>
                        </a:rPr>
                        <a:t>Application does not enforce HTTPS.</a:t>
                      </a:r>
                      <a:endParaRPr lang="en-US" sz="1400" b="0" i="0" kern="1200">
                        <a:solidFill>
                          <a:schemeClr val="dk1"/>
                        </a:solidFill>
                        <a:effectLst/>
                        <a:latin typeface="+mn-lt"/>
                        <a:ea typeface="+mn-ea"/>
                        <a:cs typeface="Arial"/>
                      </a:endParaRPr>
                    </a:p>
                    <a:p>
                      <a:pPr marL="285750" indent="-285750">
                        <a:buFont typeface="Wingdings" panose="05000000000000000000" pitchFamily="2" charset="2"/>
                        <a:buChar char="§"/>
                      </a:pPr>
                      <a:r>
                        <a:rPr lang="en-US" sz="1400" b="0" i="0" kern="1200">
                          <a:solidFill>
                            <a:schemeClr val="dk1"/>
                          </a:solidFill>
                          <a:effectLst/>
                          <a:latin typeface="+mn-lt"/>
                          <a:ea typeface="+mn-ea"/>
                          <a:cs typeface="Arial"/>
                        </a:rPr>
                        <a:t>Database Credentials are exposed in plain text in the codebase.</a:t>
                      </a:r>
                    </a:p>
                    <a:p>
                      <a:pPr marL="285750" indent="-285750">
                        <a:buFont typeface="Wingdings" panose="05000000000000000000" pitchFamily="2" charset="2"/>
                        <a:buChar char="§"/>
                      </a:pPr>
                      <a:r>
                        <a:rPr lang="en-US" sz="1400" b="0" i="0" kern="1200">
                          <a:solidFill>
                            <a:schemeClr val="dk1"/>
                          </a:solidFill>
                          <a:effectLst/>
                          <a:latin typeface="+mn-lt"/>
                          <a:ea typeface="+mn-ea"/>
                          <a:cs typeface="Arial"/>
                        </a:rPr>
                        <a:t>Authentication &amp; Authorization flows are not following DEFRA standards.</a:t>
                      </a:r>
                      <a:endParaRPr lang="en-US" sz="1400" kern="1200">
                        <a:solidFill>
                          <a:schemeClr val="dk1"/>
                        </a:solidFill>
                        <a:effectLst/>
                        <a:latin typeface="+mn-lt"/>
                        <a:ea typeface="+mn-ea"/>
                        <a:cs typeface="+mn-cs"/>
                      </a:endParaRPr>
                    </a:p>
                  </a:txBody>
                  <a:tcPr/>
                </a:tc>
                <a:extLst>
                  <a:ext uri="{0D108BD9-81ED-4DB2-BD59-A6C34878D82A}">
                    <a16:rowId xmlns:a16="http://schemas.microsoft.com/office/drawing/2014/main" val="2986085685"/>
                  </a:ext>
                </a:extLst>
              </a:tr>
            </a:tbl>
          </a:graphicData>
        </a:graphic>
      </p:graphicFrame>
      <p:graphicFrame>
        <p:nvGraphicFramePr>
          <p:cNvPr id="2" name="Table 1">
            <a:extLst>
              <a:ext uri="{FF2B5EF4-FFF2-40B4-BE49-F238E27FC236}">
                <a16:creationId xmlns:a16="http://schemas.microsoft.com/office/drawing/2014/main" id="{CBA5D095-7896-C62B-5F67-8086BCD1B1E5}"/>
              </a:ext>
            </a:extLst>
          </p:cNvPr>
          <p:cNvGraphicFramePr>
            <a:graphicFrameLocks noGrp="1"/>
          </p:cNvGraphicFramePr>
          <p:nvPr>
            <p:extLst>
              <p:ext uri="{D42A27DB-BD31-4B8C-83A1-F6EECF244321}">
                <p14:modId xmlns:p14="http://schemas.microsoft.com/office/powerpoint/2010/main" val="2495348617"/>
              </p:ext>
            </p:extLst>
          </p:nvPr>
        </p:nvGraphicFramePr>
        <p:xfrm>
          <a:off x="3798662" y="5816768"/>
          <a:ext cx="7646738" cy="701040"/>
        </p:xfrm>
        <a:graphic>
          <a:graphicData uri="http://schemas.openxmlformats.org/drawingml/2006/table">
            <a:tbl>
              <a:tblPr firstRow="1" bandRow="1">
                <a:noFill/>
                <a:tableStyleId>{5C22544A-7EE6-4342-B048-85BDC9FD1C3A}</a:tableStyleId>
              </a:tblPr>
              <a:tblGrid>
                <a:gridCol w="647224">
                  <a:extLst>
                    <a:ext uri="{9D8B030D-6E8A-4147-A177-3AD203B41FA5}">
                      <a16:colId xmlns:a16="http://schemas.microsoft.com/office/drawing/2014/main" val="1621338904"/>
                    </a:ext>
                  </a:extLst>
                </a:gridCol>
                <a:gridCol w="1992085">
                  <a:extLst>
                    <a:ext uri="{9D8B030D-6E8A-4147-A177-3AD203B41FA5}">
                      <a16:colId xmlns:a16="http://schemas.microsoft.com/office/drawing/2014/main" val="3603808403"/>
                    </a:ext>
                  </a:extLst>
                </a:gridCol>
                <a:gridCol w="402772">
                  <a:extLst>
                    <a:ext uri="{9D8B030D-6E8A-4147-A177-3AD203B41FA5}">
                      <a16:colId xmlns:a16="http://schemas.microsoft.com/office/drawing/2014/main" val="2011836298"/>
                    </a:ext>
                  </a:extLst>
                </a:gridCol>
                <a:gridCol w="2318657">
                  <a:extLst>
                    <a:ext uri="{9D8B030D-6E8A-4147-A177-3AD203B41FA5}">
                      <a16:colId xmlns:a16="http://schemas.microsoft.com/office/drawing/2014/main" val="648457481"/>
                    </a:ext>
                  </a:extLst>
                </a:gridCol>
                <a:gridCol w="403272">
                  <a:extLst>
                    <a:ext uri="{9D8B030D-6E8A-4147-A177-3AD203B41FA5}">
                      <a16:colId xmlns:a16="http://schemas.microsoft.com/office/drawing/2014/main" val="660162308"/>
                    </a:ext>
                  </a:extLst>
                </a:gridCol>
                <a:gridCol w="1882728">
                  <a:extLst>
                    <a:ext uri="{9D8B030D-6E8A-4147-A177-3AD203B41FA5}">
                      <a16:colId xmlns:a16="http://schemas.microsoft.com/office/drawing/2014/main" val="145135127"/>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Red = High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Amber = Medium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Green = Low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364431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ABC5-9D6B-4276-0170-31154717FB8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536BECD-C9BB-C913-725C-36C5A82818D1}"/>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Architectural As-Is</a:t>
            </a:r>
          </a:p>
        </p:txBody>
      </p:sp>
      <p:sp>
        <p:nvSpPr>
          <p:cNvPr id="4" name="Date Placeholder 3">
            <a:extLst>
              <a:ext uri="{FF2B5EF4-FFF2-40B4-BE49-F238E27FC236}">
                <a16:creationId xmlns:a16="http://schemas.microsoft.com/office/drawing/2014/main" id="{14B83795-3376-ABA0-FBA8-B467F6EA0B37}"/>
              </a:ext>
            </a:extLst>
          </p:cNvPr>
          <p:cNvSpPr>
            <a:spLocks noGrp="1"/>
          </p:cNvSpPr>
          <p:nvPr>
            <p:ph type="dt" sz="half" idx="10"/>
          </p:nvPr>
        </p:nvSpPr>
        <p:spPr/>
        <p:txBody>
          <a:bodyPr/>
          <a:lstStyle/>
          <a:p>
            <a:fld id="{D7CE18FF-69E8-4771-89A4-EC1783373F7D}" type="datetime1">
              <a:rPr lang="en-GB" smtClean="0"/>
              <a:t>13/07/2026</a:t>
            </a:fld>
            <a:endParaRPr lang="en-GB"/>
          </a:p>
        </p:txBody>
      </p:sp>
      <p:sp>
        <p:nvSpPr>
          <p:cNvPr id="5" name="Slide Number Placeholder 4">
            <a:extLst>
              <a:ext uri="{FF2B5EF4-FFF2-40B4-BE49-F238E27FC236}">
                <a16:creationId xmlns:a16="http://schemas.microsoft.com/office/drawing/2014/main" id="{67BBBA83-8631-7903-65FD-FB86E5CF774F}"/>
              </a:ext>
            </a:extLst>
          </p:cNvPr>
          <p:cNvSpPr>
            <a:spLocks noGrp="1"/>
          </p:cNvSpPr>
          <p:nvPr>
            <p:ph type="sldNum" sz="quarter" idx="12"/>
          </p:nvPr>
        </p:nvSpPr>
        <p:spPr/>
        <p:txBody>
          <a:bodyPr/>
          <a:lstStyle/>
          <a:p>
            <a:fld id="{D54A9EDB-8E49-45DA-B8F1-10D42A336BCA}" type="slidenum">
              <a:rPr lang="en-GB" smtClean="0"/>
              <a:t>7</a:t>
            </a:fld>
            <a:endParaRPr lang="en-GB"/>
          </a:p>
        </p:txBody>
      </p:sp>
    </p:spTree>
    <p:extLst>
      <p:ext uri="{BB962C8B-B14F-4D97-AF65-F5344CB8AC3E}">
        <p14:creationId xmlns:p14="http://schemas.microsoft.com/office/powerpoint/2010/main" val="95899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670E6-DC67-C578-62D0-05DB62774D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A7905E-D922-F04E-4B42-65A24F95D7B7}"/>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D95015B7-AACA-62A6-429C-4396BC21C038}"/>
              </a:ext>
            </a:extLst>
          </p:cNvPr>
          <p:cNvSpPr>
            <a:spLocks noGrp="1"/>
          </p:cNvSpPr>
          <p:nvPr>
            <p:ph type="body" sz="quarter" idx="24"/>
          </p:nvPr>
        </p:nvSpPr>
        <p:spPr>
          <a:xfrm>
            <a:off x="874713" y="1096697"/>
            <a:ext cx="3675516" cy="3970318"/>
          </a:xfrm>
        </p:spPr>
        <p:txBody>
          <a:bodyPr wrap="square" lIns="91440" tIns="45720" rIns="91440" bIns="45720" anchor="t">
            <a:spAutoFit/>
          </a:bodyPr>
          <a:lstStyle/>
          <a:p>
            <a:r>
              <a:rPr lang="en-GB" sz="1400" dirty="0">
                <a:solidFill>
                  <a:schemeClr val="tx2">
                    <a:lumMod val="75000"/>
                    <a:lumOff val="25000"/>
                  </a:schemeClr>
                </a:solidFill>
                <a:latin typeface="Arial"/>
                <a:cs typeface="Arial"/>
              </a:rPr>
              <a:t>Context Model </a:t>
            </a:r>
          </a:p>
          <a:p>
            <a:endParaRPr lang="en-GB" sz="1400" dirty="0">
              <a:solidFill>
                <a:schemeClr val="tx2">
                  <a:lumMod val="75000"/>
                  <a:lumOff val="25000"/>
                </a:schemeClr>
              </a:solidFill>
              <a:latin typeface="Arial"/>
              <a:cs typeface="Arial"/>
            </a:endParaRPr>
          </a:p>
          <a:p>
            <a:r>
              <a:rPr lang="en-GB" sz="1400" b="0" dirty="0">
                <a:latin typeface="Arial"/>
                <a:cs typeface="Arial"/>
              </a:rPr>
              <a:t>The current BSE(Bovine Spongiform Encephalopathy) system manages suspected and confirmed positive BSE cases under Active and Passive Surveillance workflows. </a:t>
            </a:r>
            <a:r>
              <a:rPr lang="en-US" sz="1400" b="0" dirty="0">
                <a:latin typeface="Arial"/>
                <a:cs typeface="Arial"/>
              </a:rPr>
              <a:t>It supports RBSE allocation, case data entry, lab result updates,  and provides access (by redirecting) to scanned documents that are uploaded offline into </a:t>
            </a:r>
            <a:r>
              <a:rPr lang="en-US" sz="1400" dirty="0">
                <a:latin typeface="Arial"/>
                <a:cs typeface="Arial"/>
              </a:rPr>
              <a:t>SharePoint</a:t>
            </a:r>
            <a:r>
              <a:rPr lang="en-US" sz="1400" b="0" dirty="0">
                <a:latin typeface="Arial"/>
                <a:cs typeface="Arial"/>
              </a:rPr>
              <a:t> by APHA team members.</a:t>
            </a:r>
            <a:r>
              <a:rPr lang="en-GB" sz="1400" b="0" dirty="0">
                <a:latin typeface="Arial"/>
                <a:cs typeface="Arial"/>
              </a:rPr>
              <a:t>The system also provides search, reporting, and audit logging to maintain compliance and traceability.</a:t>
            </a:r>
          </a:p>
          <a:p>
            <a:r>
              <a:rPr lang="en-GB" sz="1400" b="0" dirty="0">
                <a:latin typeface="Arial"/>
                <a:cs typeface="Arial"/>
              </a:rPr>
              <a:t>BSE database pulls data from </a:t>
            </a:r>
            <a:r>
              <a:rPr lang="en-GB" sz="1400" dirty="0">
                <a:latin typeface="Arial"/>
                <a:cs typeface="Arial"/>
              </a:rPr>
              <a:t>TSE</a:t>
            </a:r>
            <a:r>
              <a:rPr lang="en-GB" sz="1400" b="0" dirty="0">
                <a:latin typeface="Arial"/>
                <a:cs typeface="Arial"/>
              </a:rPr>
              <a:t>(Transmissible Spongiform Encephalopathies) system and uses it to compare with own bovine/cattle case data.</a:t>
            </a:r>
            <a:endParaRPr lang="en-GB" sz="1400" dirty="0">
              <a:latin typeface="Arial"/>
              <a:cs typeface="Arial"/>
            </a:endParaRPr>
          </a:p>
        </p:txBody>
      </p:sp>
      <p:pic>
        <p:nvPicPr>
          <p:cNvPr id="2" name="Picture 1">
            <a:extLst>
              <a:ext uri="{FF2B5EF4-FFF2-40B4-BE49-F238E27FC236}">
                <a16:creationId xmlns:a16="http://schemas.microsoft.com/office/drawing/2014/main" id="{CBD62C25-71D1-31BF-F46E-E2FCA0EF9468}"/>
              </a:ext>
            </a:extLst>
          </p:cNvPr>
          <p:cNvPicPr>
            <a:picLocks noChangeAspect="1"/>
          </p:cNvPicPr>
          <p:nvPr/>
        </p:nvPicPr>
        <p:blipFill>
          <a:blip r:embed="rId2"/>
          <a:stretch>
            <a:fillRect/>
          </a:stretch>
        </p:blipFill>
        <p:spPr>
          <a:xfrm>
            <a:off x="6089103" y="1096689"/>
            <a:ext cx="4743450" cy="4743450"/>
          </a:xfrm>
          <a:prstGeom prst="rect">
            <a:avLst/>
          </a:prstGeom>
        </p:spPr>
      </p:pic>
    </p:spTree>
    <p:extLst>
      <p:ext uri="{BB962C8B-B14F-4D97-AF65-F5344CB8AC3E}">
        <p14:creationId xmlns:p14="http://schemas.microsoft.com/office/powerpoint/2010/main" val="1331551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8435-1CEE-149A-3366-5EFBE653C040}"/>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B38374F2-BE0E-3C07-3C3D-EA1B6B5EF87C}"/>
              </a:ext>
            </a:extLst>
          </p:cNvPr>
          <p:cNvSpPr>
            <a:spLocks noGrp="1"/>
          </p:cNvSpPr>
          <p:nvPr>
            <p:ph type="body" sz="quarter" idx="24"/>
          </p:nvPr>
        </p:nvSpPr>
        <p:spPr>
          <a:xfrm>
            <a:off x="561615" y="875711"/>
            <a:ext cx="10442575" cy="369332"/>
          </a:xfrm>
        </p:spPr>
        <p:txBody>
          <a:bodyPr wrap="square" lIns="91440" tIns="45720" rIns="91440" bIns="45720" anchor="t">
            <a:spAutoFit/>
          </a:bodyPr>
          <a:lstStyle/>
          <a:p>
            <a:r>
              <a:rPr lang="en-GB">
                <a:latin typeface="Arial"/>
                <a:cs typeface="Arial"/>
              </a:rPr>
              <a:t>Logical architecture ( As-Is):</a:t>
            </a:r>
          </a:p>
        </p:txBody>
      </p:sp>
      <p:sp>
        <p:nvSpPr>
          <p:cNvPr id="25" name="Title 24">
            <a:extLst>
              <a:ext uri="{FF2B5EF4-FFF2-40B4-BE49-F238E27FC236}">
                <a16:creationId xmlns:a16="http://schemas.microsoft.com/office/drawing/2014/main" id="{4A0A7273-81EB-1014-6EDB-5B29E1C02021}"/>
              </a:ext>
            </a:extLst>
          </p:cNvPr>
          <p:cNvSpPr>
            <a:spLocks noGrp="1"/>
          </p:cNvSpPr>
          <p:nvPr>
            <p:ph type="title"/>
          </p:nvPr>
        </p:nvSpPr>
        <p:spPr>
          <a:xfrm>
            <a:off x="561615" y="299644"/>
            <a:ext cx="10442575" cy="470898"/>
          </a:xfrm>
        </p:spPr>
        <p:txBody>
          <a:bodyPr/>
          <a:lstStyle/>
          <a:p>
            <a:r>
              <a:rPr lang="en-GB"/>
              <a:t>Architecture Current State</a:t>
            </a:r>
          </a:p>
        </p:txBody>
      </p:sp>
      <p:pic>
        <p:nvPicPr>
          <p:cNvPr id="11" name="Picture 10">
            <a:extLst>
              <a:ext uri="{FF2B5EF4-FFF2-40B4-BE49-F238E27FC236}">
                <a16:creationId xmlns:a16="http://schemas.microsoft.com/office/drawing/2014/main" id="{DD21C729-7AE7-E8B5-4E7B-A44DE1BBBC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1061" y="1548124"/>
            <a:ext cx="9742550" cy="4217026"/>
          </a:xfrm>
          <a:prstGeom prst="rect">
            <a:avLst/>
          </a:prstGeom>
        </p:spPr>
      </p:pic>
    </p:spTree>
    <p:extLst>
      <p:ext uri="{BB962C8B-B14F-4D97-AF65-F5344CB8AC3E}">
        <p14:creationId xmlns:p14="http://schemas.microsoft.com/office/powerpoint/2010/main" val="273281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F8D7-E9C1-F5F4-FB62-02617664BD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64E1E3-356F-99AE-4200-71E555AFE218}"/>
              </a:ext>
            </a:extLst>
          </p:cNvPr>
          <p:cNvSpPr>
            <a:spLocks noGrp="1"/>
          </p:cNvSpPr>
          <p:nvPr>
            <p:ph type="title"/>
          </p:nvPr>
        </p:nvSpPr>
        <p:spPr>
          <a:xfrm>
            <a:off x="732847" y="393272"/>
            <a:ext cx="10442575" cy="470898"/>
          </a:xfrm>
        </p:spPr>
        <p:txBody>
          <a:bodyPr/>
          <a:lstStyle/>
          <a:p>
            <a:r>
              <a:rPr lang="en-GB" dirty="0"/>
              <a:t>Architectural Current State</a:t>
            </a:r>
          </a:p>
        </p:txBody>
      </p:sp>
      <p:sp>
        <p:nvSpPr>
          <p:cNvPr id="7" name="Text Placeholder 6">
            <a:extLst>
              <a:ext uri="{FF2B5EF4-FFF2-40B4-BE49-F238E27FC236}">
                <a16:creationId xmlns:a16="http://schemas.microsoft.com/office/drawing/2014/main" id="{439C6280-CD30-ACDF-2B30-2C7AB99D25EF}"/>
              </a:ext>
            </a:extLst>
          </p:cNvPr>
          <p:cNvSpPr>
            <a:spLocks noGrp="1"/>
          </p:cNvSpPr>
          <p:nvPr>
            <p:ph type="body" sz="quarter" idx="24"/>
          </p:nvPr>
        </p:nvSpPr>
        <p:spPr>
          <a:xfrm>
            <a:off x="732847" y="988518"/>
            <a:ext cx="10442575" cy="369332"/>
          </a:xfrm>
        </p:spPr>
        <p:txBody>
          <a:bodyPr wrap="square" lIns="91440" tIns="45720" rIns="91440" bIns="45720" anchor="t">
            <a:spAutoFit/>
          </a:bodyPr>
          <a:lstStyle/>
          <a:p>
            <a:r>
              <a:rPr lang="en-GB" dirty="0">
                <a:latin typeface="Arial"/>
                <a:cs typeface="Arial"/>
              </a:rPr>
              <a:t>High Level As-Is: </a:t>
            </a:r>
          </a:p>
        </p:txBody>
      </p:sp>
      <p:sp>
        <p:nvSpPr>
          <p:cNvPr id="18" name="TextBox 17">
            <a:extLst>
              <a:ext uri="{FF2B5EF4-FFF2-40B4-BE49-F238E27FC236}">
                <a16:creationId xmlns:a16="http://schemas.microsoft.com/office/drawing/2014/main" id="{423CD8B3-6D04-194A-C388-CF19940B9C99}"/>
              </a:ext>
            </a:extLst>
          </p:cNvPr>
          <p:cNvSpPr txBox="1"/>
          <p:nvPr/>
        </p:nvSpPr>
        <p:spPr>
          <a:xfrm>
            <a:off x="732847" y="1531756"/>
            <a:ext cx="5363153" cy="4137671"/>
          </a:xfrm>
          <a:prstGeom prst="rect">
            <a:avLst/>
          </a:prstGeom>
          <a:noFill/>
        </p:spPr>
        <p:txBody>
          <a:bodyPr wrap="square" lIns="91440" tIns="45720" rIns="91440" bIns="45720" anchor="t">
            <a:spAutoFit/>
          </a:bodyPr>
          <a:lstStyle/>
          <a:p>
            <a:pPr fontAlgn="t">
              <a:lnSpc>
                <a:spcPts val="1500"/>
              </a:lnSpc>
              <a:buNone/>
            </a:pPr>
            <a:r>
              <a:rPr lang="en-US" sz="1400" b="1" i="0" dirty="0">
                <a:effectLst/>
                <a:latin typeface="Arial"/>
                <a:cs typeface="Arial"/>
              </a:rPr>
              <a:t>Key Components</a:t>
            </a:r>
          </a:p>
          <a:p>
            <a:pPr fontAlgn="t">
              <a:lnSpc>
                <a:spcPts val="1500"/>
              </a:lnSpc>
              <a:buNone/>
            </a:pPr>
            <a:endParaRPr lang="en-US" sz="1400" b="1" i="0" dirty="0">
              <a:effectLst/>
              <a:latin typeface="Arial" panose="020B0604020202020204" pitchFamily="34" charset="0"/>
              <a:cs typeface="Arial" panose="020B0604020202020204" pitchFamily="34" charset="0"/>
            </a:endParaRPr>
          </a:p>
          <a:p>
            <a:pPr fontAlgn="t">
              <a:lnSpc>
                <a:spcPts val="1500"/>
              </a:lnSpc>
              <a:buFont typeface="+mj-lt"/>
              <a:buAutoNum type="arabicPeriod"/>
            </a:pPr>
            <a:r>
              <a:rPr lang="en-US" sz="1400" i="0" dirty="0">
                <a:effectLst/>
                <a:latin typeface="Arial"/>
                <a:cs typeface="Arial"/>
              </a:rPr>
              <a:t>Login (Windows Authentication)</a:t>
            </a:r>
          </a:p>
          <a:p>
            <a:pPr marL="742950" lvl="1" indent="-285750" fontAlgn="t">
              <a:lnSpc>
                <a:spcPts val="1500"/>
              </a:lnSpc>
              <a:buFont typeface="Arial" panose="020B0604020202020204" pitchFamily="34" charset="0"/>
              <a:buChar char="•"/>
            </a:pPr>
            <a:r>
              <a:rPr lang="en-US" sz="1400" i="0" dirty="0">
                <a:effectLst/>
                <a:latin typeface="Arial"/>
                <a:cs typeface="Arial"/>
              </a:rPr>
              <a:t>Users authenticate using Windows Authentication </a:t>
            </a:r>
            <a:r>
              <a:rPr lang="en-US" sz="1400" dirty="0">
                <a:latin typeface="Arial"/>
                <a:cs typeface="Arial"/>
              </a:rPr>
              <a:t>for accessing</a:t>
            </a:r>
            <a:r>
              <a:rPr lang="en-US" sz="1400" i="0" dirty="0">
                <a:effectLst/>
                <a:latin typeface="Arial"/>
                <a:cs typeface="Arial"/>
              </a:rPr>
              <a:t> the application</a:t>
            </a:r>
          </a:p>
          <a:p>
            <a:pPr lvl="1" fontAlgn="t">
              <a:lnSpc>
                <a:spcPts val="1500"/>
              </a:lnSpc>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2. Web</a:t>
            </a:r>
            <a:r>
              <a:rPr lang="en-US" sz="1400" i="0" dirty="0">
                <a:effectLst/>
                <a:latin typeface="Arial"/>
                <a:cs typeface="Arial"/>
              </a:rPr>
              <a:t> Server &amp; IIS Server</a:t>
            </a:r>
          </a:p>
          <a:p>
            <a:pPr marL="742950" lvl="1" indent="-285750" fontAlgn="t">
              <a:lnSpc>
                <a:spcPts val="1500"/>
              </a:lnSpc>
              <a:buFont typeface="Arial" panose="020B0604020202020204" pitchFamily="34" charset="0"/>
              <a:buChar char="•"/>
            </a:pPr>
            <a:r>
              <a:rPr lang="en-US" sz="1400" i="0" dirty="0">
                <a:effectLst/>
                <a:latin typeface="Arial"/>
                <a:cs typeface="Arial"/>
              </a:rPr>
              <a:t>Web Server hosts the IIS Server running the BSE Website.</a:t>
            </a:r>
          </a:p>
          <a:p>
            <a:pPr marL="742950" lvl="1" indent="-285750" fontAlgn="t">
              <a:lnSpc>
                <a:spcPts val="1500"/>
              </a:lnSpc>
              <a:buFont typeface="Arial" panose="020B0604020202020204" pitchFamily="34" charset="0"/>
              <a:buChar char="•"/>
            </a:pPr>
            <a:r>
              <a:rPr lang="en-US" sz="1400" i="0" dirty="0">
                <a:effectLst/>
                <a:latin typeface="Arial"/>
                <a:cs typeface="Arial"/>
              </a:rPr>
              <a:t>Two different environments given below: </a:t>
            </a:r>
          </a:p>
          <a:p>
            <a:pPr lvl="2" fontAlgn="t">
              <a:lnSpc>
                <a:spcPts val="1500"/>
              </a:lnSpc>
            </a:pPr>
            <a:r>
              <a:rPr lang="en-US" sz="1400" i="0" dirty="0">
                <a:effectLst/>
                <a:latin typeface="Arial"/>
                <a:cs typeface="Arial"/>
              </a:rPr>
              <a:t>APHA-007 (PROD) </a:t>
            </a:r>
            <a:r>
              <a:rPr lang="en-US" sz="1400" dirty="0">
                <a:latin typeface="Arial"/>
                <a:cs typeface="Arial"/>
              </a:rPr>
              <a:t>/ APHA-008 (UAT)</a:t>
            </a:r>
          </a:p>
          <a:p>
            <a:pPr lvl="2" fontAlgn="t">
              <a:lnSpc>
                <a:spcPts val="1500"/>
              </a:lnSpc>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3. Database</a:t>
            </a:r>
            <a:r>
              <a:rPr lang="en-US" sz="1400" i="0" dirty="0">
                <a:effectLst/>
                <a:latin typeface="Arial"/>
                <a:cs typeface="Arial"/>
              </a:rPr>
              <a:t> Servers</a:t>
            </a:r>
            <a:endParaRPr lang="en-US" sz="1400" i="0" dirty="0">
              <a:effectLst/>
              <a:latin typeface="Arial" panose="020B0604020202020204" pitchFamily="34" charset="0"/>
              <a:cs typeface="Arial" panose="020B0604020202020204" pitchFamily="34" charset="0"/>
            </a:endParaRPr>
          </a:p>
          <a:p>
            <a:pPr marL="742950" lvl="1" indent="-285750" fontAlgn="t">
              <a:lnSpc>
                <a:spcPts val="1500"/>
              </a:lnSpc>
              <a:buFont typeface="Arial" panose="020B0604020202020204" pitchFamily="34" charset="0"/>
              <a:buChar char="•"/>
            </a:pPr>
            <a:r>
              <a:rPr lang="en-US" sz="1400" i="0" dirty="0">
                <a:effectLst/>
                <a:latin typeface="Arial"/>
                <a:cs typeface="Arial"/>
              </a:rPr>
              <a:t>Physical servers: </a:t>
            </a:r>
          </a:p>
          <a:p>
            <a:pPr marL="1200150" lvl="2" indent="-285750" fontAlgn="t">
              <a:lnSpc>
                <a:spcPts val="1500"/>
              </a:lnSpc>
              <a:buFont typeface="Arial" panose="020B0604020202020204" pitchFamily="34" charset="0"/>
              <a:buChar char="•"/>
            </a:pPr>
            <a:r>
              <a:rPr lang="en-US" sz="1400" i="0" dirty="0">
                <a:effectLst/>
                <a:latin typeface="Arial"/>
                <a:cs typeface="Arial"/>
              </a:rPr>
              <a:t>DEFACPWPVSQL002 (PROD)</a:t>
            </a:r>
          </a:p>
          <a:p>
            <a:pPr marL="1200150" lvl="2" indent="-285750" fontAlgn="t">
              <a:lnSpc>
                <a:spcPts val="1500"/>
              </a:lnSpc>
              <a:buFont typeface="Arial" panose="020B0604020202020204" pitchFamily="34" charset="0"/>
              <a:buChar char="•"/>
            </a:pPr>
            <a:r>
              <a:rPr lang="en-US" sz="1400" i="0" dirty="0">
                <a:effectLst/>
                <a:latin typeface="Arial"/>
                <a:cs typeface="Arial"/>
              </a:rPr>
              <a:t>DEFACPWVTSQL004 (UAT)</a:t>
            </a:r>
          </a:p>
          <a:p>
            <a:pPr marL="742950" lvl="1" indent="-285750" fontAlgn="t">
              <a:lnSpc>
                <a:spcPts val="1500"/>
              </a:lnSpc>
              <a:buFont typeface="Arial" panose="020B0604020202020204" pitchFamily="34" charset="0"/>
              <a:buChar char="•"/>
            </a:pPr>
            <a:r>
              <a:rPr lang="en-US" sz="1400" dirty="0">
                <a:latin typeface="Arial"/>
                <a:cs typeface="Arial"/>
              </a:rPr>
              <a:t>Database instance: </a:t>
            </a:r>
          </a:p>
          <a:p>
            <a:pPr marL="1200150" lvl="2" indent="-285750" fontAlgn="t">
              <a:lnSpc>
                <a:spcPts val="1500"/>
              </a:lnSpc>
              <a:buFont typeface="Arial" panose="020B0604020202020204" pitchFamily="34" charset="0"/>
              <a:buChar char="•"/>
            </a:pPr>
            <a:r>
              <a:rPr lang="en-US" sz="1400" dirty="0">
                <a:latin typeface="Arial"/>
                <a:cs typeface="Arial"/>
              </a:rPr>
              <a:t>BSE</a:t>
            </a:r>
          </a:p>
          <a:p>
            <a:pPr marL="1143000" lvl="2" indent="-228600" fontAlgn="t">
              <a:lnSpc>
                <a:spcPts val="1500"/>
              </a:lnSpc>
              <a:buFont typeface="+mj-lt"/>
              <a:buAutoNum type="arabicPeriod"/>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4. SharePoint</a:t>
            </a:r>
            <a:r>
              <a:rPr lang="en-US" sz="1400" i="0" dirty="0">
                <a:effectLst/>
                <a:latin typeface="Arial"/>
                <a:cs typeface="Arial"/>
              </a:rPr>
              <a:t> Online (SPOL)</a:t>
            </a:r>
          </a:p>
          <a:p>
            <a:pPr marL="742950" lvl="1" indent="-285750" fontAlgn="t">
              <a:lnSpc>
                <a:spcPts val="1500"/>
              </a:lnSpc>
              <a:buFont typeface="Arial" panose="020B0604020202020204" pitchFamily="34" charset="0"/>
              <a:buChar char="•"/>
            </a:pPr>
            <a:r>
              <a:rPr lang="en-US" sz="1400" i="0" dirty="0">
                <a:effectLst/>
                <a:latin typeface="Arial"/>
                <a:cs typeface="Arial"/>
              </a:rPr>
              <a:t>SharePoint online is used to View </a:t>
            </a:r>
            <a:r>
              <a:rPr lang="en-US" sz="1400" dirty="0">
                <a:latin typeface="Arial"/>
                <a:cs typeface="Arial"/>
              </a:rPr>
              <a:t>scanned forms</a:t>
            </a:r>
            <a:r>
              <a:rPr lang="en-US" sz="1400" i="0" dirty="0">
                <a:effectLst/>
                <a:latin typeface="Arial"/>
                <a:cs typeface="Arial"/>
              </a:rPr>
              <a:t>.</a:t>
            </a:r>
          </a:p>
        </p:txBody>
      </p:sp>
      <p:pic>
        <p:nvPicPr>
          <p:cNvPr id="10" name="Picture 9">
            <a:extLst>
              <a:ext uri="{FF2B5EF4-FFF2-40B4-BE49-F238E27FC236}">
                <a16:creationId xmlns:a16="http://schemas.microsoft.com/office/drawing/2014/main" id="{88BFB18E-3A1D-C955-819A-6DDEE74EA9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14533" y="1630881"/>
            <a:ext cx="5786802" cy="4016385"/>
          </a:xfrm>
          <a:prstGeom prst="rect">
            <a:avLst/>
          </a:prstGeom>
        </p:spPr>
      </p:pic>
    </p:spTree>
    <p:extLst>
      <p:ext uri="{BB962C8B-B14F-4D97-AF65-F5344CB8AC3E}">
        <p14:creationId xmlns:p14="http://schemas.microsoft.com/office/powerpoint/2010/main" val="82223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33A52-4767-F133-8174-BBAF34E3D2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A26743-3909-496B-E534-F87476F9944C}"/>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294168B5-CBD3-2080-D7C7-4B959B6D2EF8}"/>
              </a:ext>
            </a:extLst>
          </p:cNvPr>
          <p:cNvSpPr>
            <a:spLocks noGrp="1"/>
          </p:cNvSpPr>
          <p:nvPr>
            <p:ph type="body" sz="quarter" idx="24"/>
          </p:nvPr>
        </p:nvSpPr>
        <p:spPr>
          <a:xfrm>
            <a:off x="874713" y="980880"/>
            <a:ext cx="10442575" cy="369332"/>
          </a:xfrm>
        </p:spPr>
        <p:txBody>
          <a:bodyPr/>
          <a:lstStyle/>
          <a:p>
            <a:r>
              <a:rPr lang="en-GB"/>
              <a:t>Deployment Model</a:t>
            </a:r>
          </a:p>
        </p:txBody>
      </p:sp>
      <p:sp>
        <p:nvSpPr>
          <p:cNvPr id="15" name="Content Placeholder 3">
            <a:extLst>
              <a:ext uri="{FF2B5EF4-FFF2-40B4-BE49-F238E27FC236}">
                <a16:creationId xmlns:a16="http://schemas.microsoft.com/office/drawing/2014/main" id="{E6F14D4C-AD9F-9E86-60BB-53EA808F882A}"/>
              </a:ext>
            </a:extLst>
          </p:cNvPr>
          <p:cNvSpPr>
            <a:spLocks noGrp="1"/>
          </p:cNvSpPr>
          <p:nvPr/>
        </p:nvSpPr>
        <p:spPr>
          <a:xfrm>
            <a:off x="875195" y="1544917"/>
            <a:ext cx="5274096" cy="477582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Deployment Source and Transfer</a:t>
            </a:r>
          </a:p>
          <a:p>
            <a:pPr marL="0" lvl="1" indent="0">
              <a:lnSpc>
                <a:spcPct val="110000"/>
              </a:lnSpc>
              <a:spcBef>
                <a:spcPct val="0"/>
              </a:spcBef>
              <a:buFont typeface="Arial" panose="020B0604020202020204" pitchFamily="34" charset="0"/>
              <a:buNone/>
            </a:pPr>
            <a:r>
              <a:rPr lang="en-US" dirty="0">
                <a:solidFill>
                  <a:schemeClr val="tx1"/>
                </a:solidFill>
                <a:latin typeface="Arial" panose="020B0604020202020204" pitchFamily="34" charset="0"/>
                <a:cs typeface="Arial" panose="020B0604020202020204" pitchFamily="34" charset="0"/>
              </a:rPr>
              <a:t>The application package is prepared and manually transferred to the Windows Server hosting IIS for deployment.</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IIS Configuration</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IIS is configured with application pools, SSL bindings, and environment-specific settings to host the application securely.</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Application Deployment and Validation</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The application is deployed to the designated IIS site, followed by validation of database connectivity.</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Smoke Testing</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Smoke tests are performed to verify that the deployed application functions correctly before going live.</a:t>
            </a:r>
          </a:p>
        </p:txBody>
      </p:sp>
      <p:pic>
        <p:nvPicPr>
          <p:cNvPr id="17" name="Picture 16">
            <a:extLst>
              <a:ext uri="{FF2B5EF4-FFF2-40B4-BE49-F238E27FC236}">
                <a16:creationId xmlns:a16="http://schemas.microsoft.com/office/drawing/2014/main" id="{ED67DFAA-D5A4-1CFD-A60D-DE81E09BE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1053" y="1713882"/>
            <a:ext cx="5684194" cy="3789463"/>
          </a:xfrm>
          <a:prstGeom prst="rect">
            <a:avLst/>
          </a:prstGeom>
        </p:spPr>
      </p:pic>
    </p:spTree>
    <p:extLst>
      <p:ext uri="{BB962C8B-B14F-4D97-AF65-F5344CB8AC3E}">
        <p14:creationId xmlns:p14="http://schemas.microsoft.com/office/powerpoint/2010/main" val="180807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8C7D-739D-18DA-72EB-78674B43CB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48ACCC-CEB9-76B0-FB23-38CC6947A8C6}"/>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529B9DA1-E3FA-2F66-C274-54D407A6327A}"/>
              </a:ext>
            </a:extLst>
          </p:cNvPr>
          <p:cNvSpPr>
            <a:spLocks noGrp="1"/>
          </p:cNvSpPr>
          <p:nvPr>
            <p:ph type="body" sz="quarter" idx="24"/>
          </p:nvPr>
        </p:nvSpPr>
        <p:spPr>
          <a:xfrm>
            <a:off x="874713" y="980880"/>
            <a:ext cx="10442575" cy="369332"/>
          </a:xfrm>
        </p:spPr>
        <p:txBody>
          <a:bodyPr/>
          <a:lstStyle/>
          <a:p>
            <a:r>
              <a:rPr lang="en-GB"/>
              <a:t>Server / Database Inventory( As-Is)</a:t>
            </a:r>
          </a:p>
        </p:txBody>
      </p:sp>
      <p:graphicFrame>
        <p:nvGraphicFramePr>
          <p:cNvPr id="8" name="Table 7">
            <a:extLst>
              <a:ext uri="{FF2B5EF4-FFF2-40B4-BE49-F238E27FC236}">
                <a16:creationId xmlns:a16="http://schemas.microsoft.com/office/drawing/2014/main" id="{C6B49765-7E34-C218-E9AE-086747E36771}"/>
              </a:ext>
            </a:extLst>
          </p:cNvPr>
          <p:cNvGraphicFramePr>
            <a:graphicFrameLocks noGrp="1"/>
          </p:cNvGraphicFramePr>
          <p:nvPr>
            <p:extLst>
              <p:ext uri="{D42A27DB-BD31-4B8C-83A1-F6EECF244321}">
                <p14:modId xmlns:p14="http://schemas.microsoft.com/office/powerpoint/2010/main" val="635186774"/>
              </p:ext>
            </p:extLst>
          </p:nvPr>
        </p:nvGraphicFramePr>
        <p:xfrm>
          <a:off x="655840" y="2206153"/>
          <a:ext cx="10880319" cy="3200401"/>
        </p:xfrm>
        <a:graphic>
          <a:graphicData uri="http://schemas.openxmlformats.org/drawingml/2006/table">
            <a:tbl>
              <a:tblPr firstRow="1" firstCol="1" bandRow="1"/>
              <a:tblGrid>
                <a:gridCol w="2331508">
                  <a:extLst>
                    <a:ext uri="{9D8B030D-6E8A-4147-A177-3AD203B41FA5}">
                      <a16:colId xmlns:a16="http://schemas.microsoft.com/office/drawing/2014/main" val="2681380598"/>
                    </a:ext>
                  </a:extLst>
                </a:gridCol>
                <a:gridCol w="2829252">
                  <a:extLst>
                    <a:ext uri="{9D8B030D-6E8A-4147-A177-3AD203B41FA5}">
                      <a16:colId xmlns:a16="http://schemas.microsoft.com/office/drawing/2014/main" val="2869735242"/>
                    </a:ext>
                  </a:extLst>
                </a:gridCol>
                <a:gridCol w="922867">
                  <a:extLst>
                    <a:ext uri="{9D8B030D-6E8A-4147-A177-3AD203B41FA5}">
                      <a16:colId xmlns:a16="http://schemas.microsoft.com/office/drawing/2014/main" val="1071562353"/>
                    </a:ext>
                  </a:extLst>
                </a:gridCol>
                <a:gridCol w="694266">
                  <a:extLst>
                    <a:ext uri="{9D8B030D-6E8A-4147-A177-3AD203B41FA5}">
                      <a16:colId xmlns:a16="http://schemas.microsoft.com/office/drawing/2014/main" val="1962098862"/>
                    </a:ext>
                  </a:extLst>
                </a:gridCol>
                <a:gridCol w="1761067">
                  <a:extLst>
                    <a:ext uri="{9D8B030D-6E8A-4147-A177-3AD203B41FA5}">
                      <a16:colId xmlns:a16="http://schemas.microsoft.com/office/drawing/2014/main" val="3947864898"/>
                    </a:ext>
                  </a:extLst>
                </a:gridCol>
                <a:gridCol w="1017604">
                  <a:extLst>
                    <a:ext uri="{9D8B030D-6E8A-4147-A177-3AD203B41FA5}">
                      <a16:colId xmlns:a16="http://schemas.microsoft.com/office/drawing/2014/main" val="4002481861"/>
                    </a:ext>
                  </a:extLst>
                </a:gridCol>
                <a:gridCol w="1323755">
                  <a:extLst>
                    <a:ext uri="{9D8B030D-6E8A-4147-A177-3AD203B41FA5}">
                      <a16:colId xmlns:a16="http://schemas.microsoft.com/office/drawing/2014/main" val="3714139699"/>
                    </a:ext>
                  </a:extLst>
                </a:gridCol>
              </a:tblGrid>
              <a:tr h="398504">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Machine Name</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 Specifications</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Disk Space</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Memory</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No. CPU Type / Speed</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Category</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lvl="0" algn="l">
                        <a:lnSpc>
                          <a:spcPct val="107000"/>
                        </a:lnSpc>
                        <a:spcAft>
                          <a:spcPts val="1440"/>
                        </a:spcAft>
                        <a:buNone/>
                        <a:tabLst>
                          <a:tab pos="457200" algn="l"/>
                          <a:tab pos="914400" algn="l"/>
                          <a:tab pos="1463040" algn="l"/>
                          <a:tab pos="457200" algn="l"/>
                        </a:tabLst>
                      </a:pPr>
                      <a:r>
                        <a:rPr lang="en-GB" sz="1200" b="1" i="0" u="none" strike="noStrike" noProof="0">
                          <a:solidFill>
                            <a:schemeClr val="bg1"/>
                          </a:solidFill>
                          <a:effectLst/>
                          <a:latin typeface="Arial"/>
                        </a:rPr>
                        <a:t>Environment</a:t>
                      </a:r>
                      <a:endParaRPr lang="en-US"/>
                    </a:p>
                  </a:txBody>
                  <a:tcPr marL="47338" marR="47338" marT="0" marB="0" anchor="ctr">
                    <a:lnL w="12700">
                      <a:solidFill>
                        <a:srgbClr val="000000"/>
                      </a:solidFill>
                    </a:lnL>
                    <a:lnR w="12700">
                      <a:solidFill>
                        <a:srgbClr val="000000"/>
                      </a:solidFill>
                    </a:lnR>
                    <a:lnT w="12700">
                      <a:solidFill>
                        <a:srgbClr val="000000"/>
                      </a:solidFill>
                    </a:lnT>
                    <a:lnB w="12700">
                      <a:solidFill>
                        <a:srgbClr val="000000"/>
                      </a:solidFill>
                    </a:lnB>
                    <a:solidFill>
                      <a:srgbClr val="2D728F"/>
                    </a:solidFill>
                  </a:tcPr>
                </a:tc>
                <a:extLst>
                  <a:ext uri="{0D108BD9-81ED-4DB2-BD59-A6C34878D82A}">
                    <a16:rowId xmlns:a16="http://schemas.microsoft.com/office/drawing/2014/main" val="4168997896"/>
                  </a:ext>
                </a:extLst>
              </a:tr>
              <a:tr h="784483">
                <a:tc>
                  <a:txBody>
                    <a:bodyPr/>
                    <a:lstStyle/>
                    <a:p>
                      <a:pPr algn="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APHA-007.cvlnt.vla.gov.uk</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OS: Windows Server 2016 Datacentre</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200 GB</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8 GB</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30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4/3093</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Web Server</a:t>
                      </a:r>
                      <a:endParaRPr lang="en-GB" sz="1200" b="0">
                        <a:effectLst/>
                        <a:latin typeface="Aptos" panose="020B0004020202020204" pitchFamily="34" charset="0"/>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PRODUCTION</a:t>
                      </a:r>
                    </a:p>
                  </a:txBody>
                  <a:tcPr marL="47338" marR="47338" marT="0" marB="0" anchor="ctr">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4833906"/>
                  </a:ext>
                </a:extLst>
              </a:tr>
              <a:tr h="630061">
                <a:tc>
                  <a:txBody>
                    <a:bodyPr/>
                    <a:lstStyle/>
                    <a:p>
                      <a:pPr lvl="0" algn="r">
                        <a:lnSpc>
                          <a:spcPct val="107000"/>
                        </a:lnSpc>
                        <a:spcAft>
                          <a:spcPts val="1440"/>
                        </a:spcAft>
                        <a:buNone/>
                        <a:tabLst>
                          <a:tab pos="457200" algn="l"/>
                          <a:tab pos="914400" algn="l"/>
                          <a:tab pos="1463040" algn="l"/>
                          <a:tab pos="457200" algn="l"/>
                        </a:tabLst>
                      </a:pPr>
                      <a:r>
                        <a:rPr lang="en-GB" sz="1200" b="1" i="0" u="none" strike="noStrike" kern="1200">
                          <a:solidFill>
                            <a:srgbClr val="000000"/>
                          </a:solidFill>
                          <a:effectLst/>
                          <a:latin typeface="Aptos" panose="020B0004020202020204" pitchFamily="34" charset="0"/>
                          <a:ea typeface="+mn-ea"/>
                          <a:cs typeface="+mn-cs"/>
                        </a:rPr>
                        <a:t>    DEFACPVWPSQL002</a:t>
                      </a:r>
                      <a:endParaRPr lang="en-US" sz="1200" b="1" i="0" u="none" strike="noStrike" kern="1200">
                        <a:solidFill>
                          <a:srgbClr val="000000"/>
                        </a:solidFill>
                        <a:effectLst/>
                        <a:latin typeface="Aptos" panose="020B0004020202020204" pitchFamily="34" charset="0"/>
                        <a:ea typeface="+mn-ea"/>
                        <a:cs typeface="+mn-cs"/>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OS: Windows Server 2019 standard</a:t>
                      </a:r>
                    </a:p>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DB: </a:t>
                      </a:r>
                      <a:r>
                        <a:rPr lang="en-US" sz="1200" b="0">
                          <a:latin typeface="Aptos" panose="020B0004020202020204" pitchFamily="34" charset="0"/>
                          <a:cs typeface="Arial" panose="020B0604020202020204" pitchFamily="34" charset="0"/>
                        </a:rPr>
                        <a:t>Microsoft SQL Server 2022 (8Core)</a:t>
                      </a:r>
                    </a:p>
                  </a:txBody>
                  <a:tcPr marL="47338" marR="473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7000"/>
                        </a:lnSpc>
                        <a:spcBef>
                          <a:spcPts val="0"/>
                        </a:spcBef>
                        <a:spcAft>
                          <a:spcPts val="1440"/>
                        </a:spcAft>
                        <a:buClrTx/>
                        <a:buSzTx/>
                        <a:buFontTx/>
                        <a:buNone/>
                        <a:tabLst/>
                        <a:defRPr/>
                      </a:pPr>
                      <a:r>
                        <a:rPr lang="en-GB" sz="1200" b="0">
                          <a:solidFill>
                            <a:srgbClr val="000000"/>
                          </a:solidFill>
                          <a:effectLst/>
                          <a:latin typeface="Aptos" panose="020B0004020202020204" pitchFamily="34" charset="0"/>
                          <a:ea typeface="Times New Roman" panose="02020603050405020304" pitchFamily="18" charset="0"/>
                          <a:cs typeface="Arial"/>
                        </a:rPr>
                        <a:t>6824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64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30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8/3093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US" sz="1200" b="0" i="0" u="none" strike="noStrike" kern="1200">
                          <a:solidFill>
                            <a:srgbClr val="000000"/>
                          </a:solidFill>
                          <a:effectLst/>
                          <a:latin typeface="Aptos" panose="020B0004020202020204" pitchFamily="34" charset="0"/>
                          <a:ea typeface="+mn-ea"/>
                          <a:cs typeface="+mn-cs"/>
                        </a:rPr>
                        <a:t>Database Server</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PRODUCTION</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9139934"/>
                  </a:ext>
                </a:extLst>
              </a:tr>
              <a:tr h="674127">
                <a:tc>
                  <a:txBody>
                    <a:bodyPr/>
                    <a:lstStyle/>
                    <a:p>
                      <a:pPr lvl="0" algn="r">
                        <a:lnSpc>
                          <a:spcPct val="107000"/>
                        </a:lnSpc>
                        <a:spcAft>
                          <a:spcPts val="1440"/>
                        </a:spcAft>
                        <a:buNone/>
                        <a:tabLst>
                          <a:tab pos="457200" algn="l"/>
                          <a:tab pos="914400" algn="l"/>
                          <a:tab pos="1463040" algn="l"/>
                          <a:tab pos="457200" algn="l"/>
                        </a:tabLst>
                      </a:pPr>
                      <a:r>
                        <a:rPr lang="en-GB" sz="1200" b="1" i="0" u="none" strike="noStrike" noProof="0">
                          <a:solidFill>
                            <a:srgbClr val="000000"/>
                          </a:solidFill>
                          <a:effectLst/>
                          <a:latin typeface="Aptos" panose="020B0004020202020204" pitchFamily="34" charset="0"/>
                        </a:rPr>
                        <a:t>APHA-008.cvlnt.vla.gov.uk</a:t>
                      </a:r>
                      <a:endParaRPr lang="en-US" sz="1200">
                        <a:latin typeface="Aptos" panose="020B0004020202020204" pitchFamily="34" charset="0"/>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l">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OS: </a:t>
                      </a:r>
                      <a:r>
                        <a:rPr lang="en-GB" sz="1200" b="0" i="0" u="none" strike="noStrike" noProof="0">
                          <a:solidFill>
                            <a:srgbClr val="000000"/>
                          </a:solidFill>
                          <a:effectLst/>
                          <a:latin typeface="Aptos" panose="020B0004020202020204" pitchFamily="34" charset="0"/>
                        </a:rPr>
                        <a:t>Windows Server 2016 Datacentre</a:t>
                      </a:r>
                      <a:endParaRPr lang="en-US" sz="1200" b="0">
                        <a:latin typeface="Aptos" panose="020B0004020202020204" pitchFamily="34" charset="0"/>
                      </a:endParaRP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200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8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7000"/>
                        </a:lnSpc>
                        <a:spcBef>
                          <a:spcPts val="0"/>
                        </a:spcBef>
                        <a:spcAft>
                          <a:spcPts val="300"/>
                        </a:spcAft>
                        <a:buClrTx/>
                        <a:buSzTx/>
                        <a:buFontTx/>
                        <a:buNone/>
                        <a:tabLst>
                          <a:tab pos="457200" algn="l"/>
                          <a:tab pos="914400" algn="l"/>
                          <a:tab pos="1463040" algn="l"/>
                          <a:tab pos="457200" algn="l"/>
                        </a:tabLst>
                        <a:defRPr/>
                      </a:pPr>
                      <a:r>
                        <a:rPr lang="en-GB" sz="1200" b="0">
                          <a:solidFill>
                            <a:srgbClr val="000000"/>
                          </a:solidFill>
                          <a:effectLst/>
                          <a:latin typeface="Aptos" panose="020B0004020202020204" pitchFamily="34" charset="0"/>
                          <a:ea typeface="Times New Roman" panose="02020603050405020304" pitchFamily="18" charset="0"/>
                          <a:cs typeface="Arial"/>
                        </a:rPr>
                        <a:t>4/3093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i="0" u="none" strike="noStrike" kern="1200" noProof="0">
                          <a:solidFill>
                            <a:srgbClr val="000000"/>
                          </a:solidFill>
                          <a:effectLst/>
                          <a:latin typeface="Aptos" panose="020B0004020202020204" pitchFamily="34" charset="0"/>
                          <a:ea typeface="+mn-ea"/>
                          <a:cs typeface="+mn-cs"/>
                        </a:rPr>
                        <a:t>Web Server</a:t>
                      </a:r>
                      <a:endParaRPr lang="en-US" sz="1200" b="0" i="0" u="none" strike="noStrike" kern="1200">
                        <a:solidFill>
                          <a:srgbClr val="000000"/>
                        </a:solidFill>
                        <a:effectLst/>
                        <a:latin typeface="Aptos" panose="020B0004020202020204" pitchFamily="34" charset="0"/>
                        <a:ea typeface="+mn-ea"/>
                        <a:cs typeface="+mn-cs"/>
                      </a:endParaRP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UAT</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0943297"/>
                  </a:ext>
                </a:extLst>
              </a:tr>
              <a:tr h="713226">
                <a:tc>
                  <a:txBody>
                    <a:bodyPr/>
                    <a:lstStyle/>
                    <a:p>
                      <a:pPr lvl="0" algn="r">
                        <a:lnSpc>
                          <a:spcPct val="107000"/>
                        </a:lnSpc>
                        <a:spcAft>
                          <a:spcPts val="1440"/>
                        </a:spcAft>
                        <a:buNone/>
                        <a:tabLst>
                          <a:tab pos="457200" algn="l"/>
                          <a:tab pos="914400" algn="l"/>
                          <a:tab pos="1463040" algn="l"/>
                          <a:tab pos="457200" algn="l"/>
                        </a:tabLst>
                      </a:pPr>
                      <a:r>
                        <a:rPr lang="en-GB" sz="1200" b="1" i="0" u="none" strike="noStrike" kern="1200">
                          <a:solidFill>
                            <a:srgbClr val="000000"/>
                          </a:solidFill>
                          <a:effectLst/>
                          <a:latin typeface="Aptos" panose="020B0004020202020204" pitchFamily="34" charset="0"/>
                          <a:ea typeface="+mn-ea"/>
                          <a:cs typeface="+mn-cs"/>
                        </a:rPr>
                        <a:t>  DEFACPVWTSQL004</a:t>
                      </a:r>
                      <a:endParaRPr lang="en-US" sz="1200" b="1" i="0" u="none" strike="noStrike" kern="1200">
                        <a:solidFill>
                          <a:srgbClr val="000000"/>
                        </a:solidFill>
                        <a:effectLst/>
                        <a:latin typeface="Aptos" panose="020B0004020202020204" pitchFamily="34" charset="0"/>
                        <a:ea typeface="+mn-ea"/>
                        <a:cs typeface="+mn-cs"/>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OS: Windows Server 2019 standard</a:t>
                      </a:r>
                    </a:p>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US" sz="1200" b="0">
                          <a:latin typeface="Aptos" panose="020B0004020202020204" pitchFamily="34" charset="0"/>
                          <a:cs typeface="Arial" panose="020B0604020202020204" pitchFamily="34" charset="0"/>
                        </a:rPr>
                        <a:t>DB: Microsoft SQL Server 2022</a:t>
                      </a:r>
                    </a:p>
                  </a:txBody>
                  <a:tcPr marL="47338" marR="473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960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64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ctr" defTabSz="685800" rtl="0" eaLnBrk="1" fontAlgn="auto" latinLnBrk="0" hangingPunct="1">
                        <a:lnSpc>
                          <a:spcPct val="107000"/>
                        </a:lnSpc>
                        <a:spcBef>
                          <a:spcPts val="0"/>
                        </a:spcBef>
                        <a:spcAft>
                          <a:spcPts val="300"/>
                        </a:spcAft>
                        <a:buClrTx/>
                        <a:buSzTx/>
                        <a:buFontTx/>
                        <a:buNone/>
                        <a:tabLst>
                          <a:tab pos="457200" algn="l"/>
                          <a:tab pos="914400" algn="l"/>
                          <a:tab pos="1463040" algn="l"/>
                          <a:tab pos="457200" algn="l"/>
                        </a:tabLst>
                        <a:defRPr/>
                      </a:pPr>
                      <a:r>
                        <a:rPr lang="en-GB" sz="1200" b="0">
                          <a:solidFill>
                            <a:srgbClr val="000000"/>
                          </a:solidFill>
                          <a:effectLst/>
                          <a:latin typeface="Aptos" panose="020B0004020202020204" pitchFamily="34" charset="0"/>
                          <a:ea typeface="Times New Roman" panose="02020603050405020304" pitchFamily="18" charset="0"/>
                          <a:cs typeface="Arial"/>
                        </a:rPr>
                        <a:t>8/3093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ctr" defTabSz="685800" rtl="0" eaLnBrk="1" fontAlgn="auto" latinLnBrk="0" hangingPunct="1">
                        <a:lnSpc>
                          <a:spcPct val="107000"/>
                        </a:lnSpc>
                        <a:spcBef>
                          <a:spcPts val="0"/>
                        </a:spcBef>
                        <a:spcAft>
                          <a:spcPts val="1440"/>
                        </a:spcAft>
                        <a:buClrTx/>
                        <a:buSzTx/>
                        <a:buFontTx/>
                        <a:buNone/>
                        <a:tabLst/>
                        <a:defRPr/>
                      </a:pPr>
                      <a:r>
                        <a:rPr lang="en-US" sz="1200" b="0" i="0" u="none" strike="noStrike" kern="1200">
                          <a:solidFill>
                            <a:srgbClr val="000000"/>
                          </a:solidFill>
                          <a:effectLst/>
                          <a:latin typeface="Aptos" panose="020B0004020202020204" pitchFamily="34" charset="0"/>
                          <a:ea typeface="+mn-ea"/>
                          <a:cs typeface="+mn-cs"/>
                        </a:rPr>
                        <a:t>Database Server</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UAT</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1735923447"/>
                  </a:ext>
                </a:extLst>
              </a:tr>
            </a:tbl>
          </a:graphicData>
        </a:graphic>
      </p:graphicFrame>
      <p:sp>
        <p:nvSpPr>
          <p:cNvPr id="10" name="Cylinder 9">
            <a:extLst>
              <a:ext uri="{FF2B5EF4-FFF2-40B4-BE49-F238E27FC236}">
                <a16:creationId xmlns:a16="http://schemas.microsoft.com/office/drawing/2014/main" id="{A6C2948B-3738-218E-A850-EB1A2CE9A7B9}"/>
              </a:ext>
            </a:extLst>
          </p:cNvPr>
          <p:cNvSpPr/>
          <p:nvPr/>
        </p:nvSpPr>
        <p:spPr>
          <a:xfrm>
            <a:off x="773112" y="3481272"/>
            <a:ext cx="309189" cy="37465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Cylinder 10">
            <a:extLst>
              <a:ext uri="{FF2B5EF4-FFF2-40B4-BE49-F238E27FC236}">
                <a16:creationId xmlns:a16="http://schemas.microsoft.com/office/drawing/2014/main" id="{28B1E516-E2AC-FDB0-540A-BA17E0AD6C0D}"/>
              </a:ext>
            </a:extLst>
          </p:cNvPr>
          <p:cNvSpPr/>
          <p:nvPr/>
        </p:nvSpPr>
        <p:spPr>
          <a:xfrm>
            <a:off x="773111" y="4814772"/>
            <a:ext cx="309189" cy="37465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75F6F60E-46BE-A4F8-96FA-28FEB4E7F1D1}"/>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9105" y="2804997"/>
            <a:ext cx="457200" cy="457200"/>
          </a:xfrm>
          <a:prstGeom prst="rect">
            <a:avLst/>
          </a:prstGeom>
        </p:spPr>
      </p:pic>
      <p:pic>
        <p:nvPicPr>
          <p:cNvPr id="14" name="Picture 13">
            <a:extLst>
              <a:ext uri="{FF2B5EF4-FFF2-40B4-BE49-F238E27FC236}">
                <a16:creationId xmlns:a16="http://schemas.microsoft.com/office/drawing/2014/main" id="{1C2662D8-42AA-31F8-DEC8-312F5038CAB2}"/>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8255" y="4076388"/>
            <a:ext cx="457200" cy="457200"/>
          </a:xfrm>
          <a:prstGeom prst="rect">
            <a:avLst/>
          </a:prstGeom>
        </p:spPr>
      </p:pic>
    </p:spTree>
    <p:extLst>
      <p:ext uri="{BB962C8B-B14F-4D97-AF65-F5344CB8AC3E}">
        <p14:creationId xmlns:p14="http://schemas.microsoft.com/office/powerpoint/2010/main" val="1874804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2897D-0879-5E20-8735-574BBAE6E2A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638EB2-5A0B-91A0-2D6A-387BEAC25183}"/>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Data Journey As-Is</a:t>
            </a:r>
          </a:p>
        </p:txBody>
      </p:sp>
      <p:sp>
        <p:nvSpPr>
          <p:cNvPr id="4" name="Date Placeholder 3">
            <a:extLst>
              <a:ext uri="{FF2B5EF4-FFF2-40B4-BE49-F238E27FC236}">
                <a16:creationId xmlns:a16="http://schemas.microsoft.com/office/drawing/2014/main" id="{A0413ED6-3742-A1E6-8086-12A48877C565}"/>
              </a:ext>
            </a:extLst>
          </p:cNvPr>
          <p:cNvSpPr>
            <a:spLocks noGrp="1"/>
          </p:cNvSpPr>
          <p:nvPr>
            <p:ph type="dt" sz="half" idx="10"/>
          </p:nvPr>
        </p:nvSpPr>
        <p:spPr/>
        <p:txBody>
          <a:bodyPr/>
          <a:lstStyle/>
          <a:p>
            <a:fld id="{E07789D9-ED86-43AC-9A3A-560C5DCF74A8}" type="datetime1">
              <a:rPr lang="en-GB" smtClean="0"/>
              <a:t>13/07/2026</a:t>
            </a:fld>
            <a:endParaRPr lang="en-GB"/>
          </a:p>
        </p:txBody>
      </p:sp>
      <p:sp>
        <p:nvSpPr>
          <p:cNvPr id="5" name="Slide Number Placeholder 4">
            <a:extLst>
              <a:ext uri="{FF2B5EF4-FFF2-40B4-BE49-F238E27FC236}">
                <a16:creationId xmlns:a16="http://schemas.microsoft.com/office/drawing/2014/main" id="{5FA0F361-3461-9FF2-FC36-C2BFEFFA6C27}"/>
              </a:ext>
            </a:extLst>
          </p:cNvPr>
          <p:cNvSpPr>
            <a:spLocks noGrp="1"/>
          </p:cNvSpPr>
          <p:nvPr>
            <p:ph type="sldNum" sz="quarter" idx="12"/>
          </p:nvPr>
        </p:nvSpPr>
        <p:spPr/>
        <p:txBody>
          <a:bodyPr/>
          <a:lstStyle/>
          <a:p>
            <a:fld id="{D54A9EDB-8E49-45DA-B8F1-10D42A336BCA}" type="slidenum">
              <a:rPr lang="en-GB" smtClean="0"/>
              <a:t>13</a:t>
            </a:fld>
            <a:endParaRPr lang="en-GB"/>
          </a:p>
        </p:txBody>
      </p:sp>
    </p:spTree>
    <p:extLst>
      <p:ext uri="{BB962C8B-B14F-4D97-AF65-F5344CB8AC3E}">
        <p14:creationId xmlns:p14="http://schemas.microsoft.com/office/powerpoint/2010/main" val="1211474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72006-6714-864F-BA4D-0AA346171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09A2A-51B2-8B4A-F5F7-570A15DCCC24}"/>
              </a:ext>
            </a:extLst>
          </p:cNvPr>
          <p:cNvSpPr>
            <a:spLocks noGrp="1"/>
          </p:cNvSpPr>
          <p:nvPr>
            <p:ph type="title"/>
          </p:nvPr>
        </p:nvSpPr>
        <p:spPr/>
        <p:txBody>
          <a:bodyPr/>
          <a:lstStyle/>
          <a:p>
            <a:r>
              <a:rPr lang="en-GB"/>
              <a:t>Data Journey As-Is</a:t>
            </a:r>
          </a:p>
        </p:txBody>
      </p:sp>
      <p:sp>
        <p:nvSpPr>
          <p:cNvPr id="6" name="Text Placeholder 5">
            <a:extLst>
              <a:ext uri="{FF2B5EF4-FFF2-40B4-BE49-F238E27FC236}">
                <a16:creationId xmlns:a16="http://schemas.microsoft.com/office/drawing/2014/main" id="{AFDEAD25-5D76-9125-A3BF-8DD0ABE85ED8}"/>
              </a:ext>
            </a:extLst>
          </p:cNvPr>
          <p:cNvSpPr>
            <a:spLocks noGrp="1"/>
          </p:cNvSpPr>
          <p:nvPr>
            <p:ph type="body" sz="quarter" idx="24"/>
          </p:nvPr>
        </p:nvSpPr>
        <p:spPr>
          <a:xfrm>
            <a:off x="874713" y="815117"/>
            <a:ext cx="10442575" cy="369332"/>
          </a:xfrm>
        </p:spPr>
        <p:txBody>
          <a:bodyPr/>
          <a:lstStyle/>
          <a:p>
            <a:r>
              <a:rPr lang="en-GB"/>
              <a:t>High Level Data flow journey</a:t>
            </a:r>
          </a:p>
        </p:txBody>
      </p:sp>
      <p:sp>
        <p:nvSpPr>
          <p:cNvPr id="10" name="TextBox 9">
            <a:extLst>
              <a:ext uri="{FF2B5EF4-FFF2-40B4-BE49-F238E27FC236}">
                <a16:creationId xmlns:a16="http://schemas.microsoft.com/office/drawing/2014/main" id="{7311BF86-824C-82EA-F553-6607E632E87E}"/>
              </a:ext>
            </a:extLst>
          </p:cNvPr>
          <p:cNvSpPr txBox="1"/>
          <p:nvPr/>
        </p:nvSpPr>
        <p:spPr>
          <a:xfrm>
            <a:off x="317697" y="1374874"/>
            <a:ext cx="6073578" cy="5078313"/>
          </a:xfrm>
          <a:prstGeom prst="rect">
            <a:avLst/>
          </a:prstGeom>
          <a:noFill/>
        </p:spPr>
        <p:txBody>
          <a:bodyPr wrap="square" rtlCol="0">
            <a:spAutoFit/>
          </a:bodyPr>
          <a:lstStyle/>
          <a:p>
            <a:r>
              <a:rPr lang="en-GB" sz="1200" b="1" dirty="0">
                <a:latin typeface="Arial" panose="020B0604020202020204" pitchFamily="34" charset="0"/>
                <a:cs typeface="Arial" panose="020B0604020202020204" pitchFamily="34" charset="0"/>
              </a:rPr>
              <a:t>BSE System: </a:t>
            </a:r>
            <a:r>
              <a:rPr lang="en-GB" sz="1200" dirty="0">
                <a:latin typeface="Arial" panose="020B0604020202020204" pitchFamily="34" charset="0"/>
                <a:cs typeface="Arial" panose="020B0604020202020204" pitchFamily="34" charset="0"/>
              </a:rPr>
              <a:t>is used by Apha users (</a:t>
            </a:r>
            <a:r>
              <a:rPr lang="en-GB" sz="1200" dirty="0">
                <a:latin typeface="Arial"/>
                <a:cs typeface="Arial"/>
              </a:rPr>
              <a:t>authenticate through Windows Authentication)</a:t>
            </a:r>
            <a:r>
              <a:rPr lang="en-GB" sz="1200" dirty="0">
                <a:latin typeface="Arial" panose="020B0604020202020204" pitchFamily="34" charset="0"/>
                <a:cs typeface="Arial" panose="020B0604020202020204" pitchFamily="34" charset="0"/>
              </a:rPr>
              <a:t> to view and manage BSE case information. All case-related data is entered into the system manually. The system also provides administrators with functionality to maintain user roles, user account details, and reference data.</a:t>
            </a:r>
          </a:p>
          <a:p>
            <a:r>
              <a:rPr lang="en-GB" sz="1200" dirty="0">
                <a:latin typeface="Arial"/>
                <a:cs typeface="Arial"/>
              </a:rPr>
              <a:t>The BSE system is also integrated with </a:t>
            </a:r>
            <a:r>
              <a:rPr lang="en-GB" sz="1200" b="1" dirty="0">
                <a:latin typeface="Arial"/>
                <a:cs typeface="Arial"/>
              </a:rPr>
              <a:t>SharePoint</a:t>
            </a:r>
            <a:r>
              <a:rPr lang="en-GB" sz="1200" dirty="0">
                <a:latin typeface="Arial"/>
                <a:cs typeface="Arial"/>
              </a:rPr>
              <a:t>, enabling users to retrieve scanned case forms directly from the SharePoint repository.</a:t>
            </a:r>
          </a:p>
          <a:p>
            <a:endParaRPr lang="en-GB" sz="1200"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BSE Database: </a:t>
            </a:r>
            <a:r>
              <a:rPr lang="en-GB" sz="1200" dirty="0">
                <a:latin typeface="Arial" panose="020B0604020202020204" pitchFamily="34" charset="0"/>
                <a:cs typeface="Arial" panose="020B0604020202020204" pitchFamily="34" charset="0"/>
              </a:rPr>
              <a:t>is </a:t>
            </a:r>
            <a:r>
              <a:rPr lang="en-GB" sz="1200" dirty="0">
                <a:latin typeface="Arial"/>
                <a:cs typeface="Arial"/>
              </a:rPr>
              <a:t>SQL Server 2022 (hosted on DEFACPVWPSQL002) and</a:t>
            </a:r>
            <a:r>
              <a:rPr lang="en-GB" sz="1200" dirty="0">
                <a:latin typeface="Arial" panose="020B0604020202020204" pitchFamily="34" charset="0"/>
                <a:cs typeface="Arial" panose="020B0604020202020204" pitchFamily="34" charset="0"/>
              </a:rPr>
              <a:t> the central repository for all  BSE case related data.</a:t>
            </a:r>
            <a:r>
              <a:rPr lang="en-GB" sz="1200" dirty="0">
                <a:latin typeface="Arial"/>
                <a:cs typeface="Arial"/>
              </a:rPr>
              <a:t> It contains several key data domains:</a:t>
            </a:r>
          </a:p>
          <a:p>
            <a:pPr marL="742950" lvl="1" indent="-285750">
              <a:buFont typeface="Arial"/>
              <a:buChar char="•"/>
            </a:pPr>
            <a:r>
              <a:rPr lang="en-GB" sz="1200" dirty="0">
                <a:latin typeface="Arial"/>
                <a:cs typeface="Arial"/>
              </a:rPr>
              <a:t>BSE case details</a:t>
            </a:r>
          </a:p>
          <a:p>
            <a:pPr marL="742950" lvl="1" indent="-285750">
              <a:buFont typeface="Arial"/>
              <a:buChar char="•"/>
            </a:pPr>
            <a:r>
              <a:rPr lang="en-GB" sz="1200" dirty="0">
                <a:latin typeface="Arial"/>
                <a:cs typeface="Arial"/>
              </a:rPr>
              <a:t>Roles and User’s data</a:t>
            </a:r>
          </a:p>
          <a:p>
            <a:pPr marL="742950" lvl="1" indent="-285750">
              <a:buFont typeface="Arial"/>
              <a:buChar char="•"/>
            </a:pPr>
            <a:r>
              <a:rPr lang="en-GB" sz="1200" dirty="0">
                <a:latin typeface="Arial"/>
                <a:cs typeface="Arial"/>
              </a:rPr>
              <a:t>Reference and lookup data</a:t>
            </a:r>
          </a:p>
          <a:p>
            <a:pPr lvl="1"/>
            <a:endParaRPr lang="en-GB" sz="1200"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Data Integration: </a:t>
            </a:r>
            <a:r>
              <a:rPr lang="en-GB" sz="1200" dirty="0">
                <a:latin typeface="Arial" panose="020B0604020202020204" pitchFamily="34" charset="0"/>
                <a:cs typeface="Arial" panose="020B0604020202020204" pitchFamily="34" charset="0"/>
              </a:rPr>
              <a:t>There are 2 SQL Server Integration (SSIS) packages:</a:t>
            </a:r>
          </a:p>
          <a:p>
            <a:pPr marL="742950" lvl="1" indent="-285750">
              <a:buFont typeface="Arial"/>
              <a:buChar char="•"/>
            </a:pPr>
            <a:r>
              <a:rPr lang="en-GB" sz="1200" b="1" dirty="0">
                <a:latin typeface="Arial"/>
                <a:cs typeface="Arial"/>
              </a:rPr>
              <a:t>BSESS Import Package </a:t>
            </a:r>
            <a:r>
              <a:rPr lang="en-GB" sz="1200" dirty="0">
                <a:latin typeface="Arial"/>
                <a:cs typeface="Arial"/>
              </a:rPr>
              <a:t>pulls surveillance data from the TSE database into the BSE system.</a:t>
            </a:r>
            <a:r>
              <a:rPr lang="en-GB" sz="1200" dirty="0">
                <a:latin typeface="Arial" panose="020B0604020202020204" pitchFamily="34" charset="0"/>
                <a:cs typeface="Arial" panose="020B0604020202020204" pitchFamily="34" charset="0"/>
              </a:rPr>
              <a:t> The TSE Database provides additional data such as Animal records, Laboratory samples, Testing group and Laboratory result code. </a:t>
            </a:r>
            <a:endParaRPr lang="en-GB" sz="1200" dirty="0">
              <a:latin typeface="Arial"/>
              <a:cs typeface="Arial"/>
            </a:endParaRPr>
          </a:p>
          <a:p>
            <a:pPr marL="742950" lvl="1" indent="-285750">
              <a:buFont typeface="Arial"/>
              <a:buChar char="•"/>
            </a:pPr>
            <a:r>
              <a:rPr lang="en-GB" sz="1200" b="1" dirty="0">
                <a:latin typeface="Arial"/>
                <a:cs typeface="Arial"/>
              </a:rPr>
              <a:t>BSE Access Export </a:t>
            </a:r>
            <a:r>
              <a:rPr lang="en-GB" sz="1200" dirty="0">
                <a:latin typeface="Arial"/>
                <a:cs typeface="Arial"/>
              </a:rPr>
              <a:t>package extracts data from core BSE Database tables and populates four dedicated export tables within the same database. These tables are consumed by MS Access users to view Herd Sizes, Cases, Farms, and Relations data.</a:t>
            </a:r>
            <a:endParaRPr lang="en-GB" sz="1200" dirty="0">
              <a:latin typeface="Arial" panose="020B0604020202020204" pitchFamily="34" charset="0"/>
              <a:cs typeface="Arial" panose="020B0604020202020204" pitchFamily="34" charset="0"/>
            </a:endParaRPr>
          </a:p>
          <a:p>
            <a:endParaRPr lang="en-GB" sz="1200" b="1"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Data Access: </a:t>
            </a:r>
            <a:r>
              <a:rPr lang="en-GB" sz="1200" dirty="0">
                <a:latin typeface="Arial" panose="020B0604020202020204" pitchFamily="34" charset="0"/>
                <a:cs typeface="Arial" panose="020B0604020202020204" pitchFamily="34" charset="0"/>
              </a:rPr>
              <a:t>Users connect to BSE Database to retrieve data for Business Intelligence (BI) reporting through: </a:t>
            </a:r>
          </a:p>
          <a:p>
            <a:pPr marL="628650" lvl="1" indent="-171450">
              <a:buFont typeface="Arial" panose="020B0604020202020204" pitchFamily="34" charset="0"/>
              <a:buChar char="•"/>
            </a:pPr>
            <a:r>
              <a:rPr lang="en-GB" sz="1200" dirty="0">
                <a:latin typeface="Arial" panose="020B0604020202020204" pitchFamily="34" charset="0"/>
                <a:cs typeface="Arial" panose="020B0604020202020204" pitchFamily="34" charset="0"/>
              </a:rPr>
              <a:t>MS Access</a:t>
            </a:r>
          </a:p>
          <a:p>
            <a:pPr marL="628650" lvl="1" indent="-171450">
              <a:buFont typeface="Arial" panose="020B0604020202020204" pitchFamily="34" charset="0"/>
              <a:buChar char="•"/>
            </a:pPr>
            <a:r>
              <a:rPr lang="en-GB" sz="1200" dirty="0">
                <a:latin typeface="Arial" panose="020B0604020202020204" pitchFamily="34" charset="0"/>
                <a:cs typeface="Arial" panose="020B0604020202020204" pitchFamily="34" charset="0"/>
              </a:rPr>
              <a:t>SQL Server Management Studio (SSMS)</a:t>
            </a:r>
          </a:p>
        </p:txBody>
      </p:sp>
      <p:pic>
        <p:nvPicPr>
          <p:cNvPr id="9" name="Picture 8">
            <a:extLst>
              <a:ext uri="{FF2B5EF4-FFF2-40B4-BE49-F238E27FC236}">
                <a16:creationId xmlns:a16="http://schemas.microsoft.com/office/drawing/2014/main" id="{4F80B4B1-B0FC-19EB-8BE1-E81E7EDB537A}"/>
              </a:ext>
            </a:extLst>
          </p:cNvPr>
          <p:cNvPicPr>
            <a:picLocks noChangeAspect="1"/>
          </p:cNvPicPr>
          <p:nvPr/>
        </p:nvPicPr>
        <p:blipFill>
          <a:blip r:embed="rId2"/>
          <a:stretch>
            <a:fillRect/>
          </a:stretch>
        </p:blipFill>
        <p:spPr>
          <a:xfrm>
            <a:off x="6391275" y="2067707"/>
            <a:ext cx="5353050" cy="3530600"/>
          </a:xfrm>
          <a:prstGeom prst="rect">
            <a:avLst/>
          </a:prstGeom>
        </p:spPr>
      </p:pic>
    </p:spTree>
    <p:extLst>
      <p:ext uri="{BB962C8B-B14F-4D97-AF65-F5344CB8AC3E}">
        <p14:creationId xmlns:p14="http://schemas.microsoft.com/office/powerpoint/2010/main" val="4053627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FD57-B14A-F276-D2F9-CACE767EA45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592FC4E-8D08-3710-797F-CE9C6CBF3320}"/>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Architectural To-Be</a:t>
            </a:r>
          </a:p>
        </p:txBody>
      </p:sp>
      <p:sp>
        <p:nvSpPr>
          <p:cNvPr id="4" name="Date Placeholder 3">
            <a:extLst>
              <a:ext uri="{FF2B5EF4-FFF2-40B4-BE49-F238E27FC236}">
                <a16:creationId xmlns:a16="http://schemas.microsoft.com/office/drawing/2014/main" id="{346B5F8F-AF79-EE3F-CF2D-38673A38663E}"/>
              </a:ext>
            </a:extLst>
          </p:cNvPr>
          <p:cNvSpPr>
            <a:spLocks noGrp="1"/>
          </p:cNvSpPr>
          <p:nvPr>
            <p:ph type="dt" sz="half" idx="10"/>
          </p:nvPr>
        </p:nvSpPr>
        <p:spPr/>
        <p:txBody>
          <a:bodyPr/>
          <a:lstStyle/>
          <a:p>
            <a:fld id="{D600EE4B-961B-4BD4-ACCC-5A2F229B4540}" type="datetime1">
              <a:rPr lang="en-GB" smtClean="0"/>
              <a:t>13/07/2026</a:t>
            </a:fld>
            <a:endParaRPr lang="en-GB"/>
          </a:p>
        </p:txBody>
      </p:sp>
      <p:sp>
        <p:nvSpPr>
          <p:cNvPr id="5" name="Slide Number Placeholder 4">
            <a:extLst>
              <a:ext uri="{FF2B5EF4-FFF2-40B4-BE49-F238E27FC236}">
                <a16:creationId xmlns:a16="http://schemas.microsoft.com/office/drawing/2014/main" id="{34EA2283-0B48-6E81-AC2F-B3D57540AF0E}"/>
              </a:ext>
            </a:extLst>
          </p:cNvPr>
          <p:cNvSpPr>
            <a:spLocks noGrp="1"/>
          </p:cNvSpPr>
          <p:nvPr>
            <p:ph type="sldNum" sz="quarter" idx="12"/>
          </p:nvPr>
        </p:nvSpPr>
        <p:spPr/>
        <p:txBody>
          <a:bodyPr/>
          <a:lstStyle/>
          <a:p>
            <a:fld id="{D54A9EDB-8E49-45DA-B8F1-10D42A336BCA}" type="slidenum">
              <a:rPr lang="en-GB" smtClean="0"/>
              <a:t>15</a:t>
            </a:fld>
            <a:endParaRPr lang="en-GB"/>
          </a:p>
        </p:txBody>
      </p:sp>
    </p:spTree>
    <p:extLst>
      <p:ext uri="{BB962C8B-B14F-4D97-AF65-F5344CB8AC3E}">
        <p14:creationId xmlns:p14="http://schemas.microsoft.com/office/powerpoint/2010/main" val="3466303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E9DD-7B68-E04A-4970-7E907CE036D6}"/>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F6445DB-2817-AE39-DF41-703F6BA0A301}"/>
              </a:ext>
            </a:extLst>
          </p:cNvPr>
          <p:cNvGraphicFramePr>
            <a:graphicFrameLocks noGrp="1"/>
          </p:cNvGraphicFramePr>
          <p:nvPr>
            <p:ph idx="1"/>
            <p:extLst>
              <p:ext uri="{D42A27DB-BD31-4B8C-83A1-F6EECF244321}">
                <p14:modId xmlns:p14="http://schemas.microsoft.com/office/powerpoint/2010/main" val="1336935822"/>
              </p:ext>
            </p:extLst>
          </p:nvPr>
        </p:nvGraphicFramePr>
        <p:xfrm>
          <a:off x="266700" y="1101230"/>
          <a:ext cx="11457432" cy="493776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911721431"/>
                    </a:ext>
                  </a:extLst>
                </a:gridCol>
                <a:gridCol w="1060704">
                  <a:extLst>
                    <a:ext uri="{9D8B030D-6E8A-4147-A177-3AD203B41FA5}">
                      <a16:colId xmlns:a16="http://schemas.microsoft.com/office/drawing/2014/main" val="2602601113"/>
                    </a:ext>
                  </a:extLst>
                </a:gridCol>
                <a:gridCol w="3209544">
                  <a:extLst>
                    <a:ext uri="{9D8B030D-6E8A-4147-A177-3AD203B41FA5}">
                      <a16:colId xmlns:a16="http://schemas.microsoft.com/office/drawing/2014/main" val="2072723992"/>
                    </a:ext>
                  </a:extLst>
                </a:gridCol>
                <a:gridCol w="2631332">
                  <a:extLst>
                    <a:ext uri="{9D8B030D-6E8A-4147-A177-3AD203B41FA5}">
                      <a16:colId xmlns:a16="http://schemas.microsoft.com/office/drawing/2014/main" val="450694039"/>
                    </a:ext>
                  </a:extLst>
                </a:gridCol>
                <a:gridCol w="3915772">
                  <a:extLst>
                    <a:ext uri="{9D8B030D-6E8A-4147-A177-3AD203B41FA5}">
                      <a16:colId xmlns:a16="http://schemas.microsoft.com/office/drawing/2014/main" val="2154814805"/>
                    </a:ext>
                  </a:extLst>
                </a:gridCol>
              </a:tblGrid>
              <a:tr h="361847">
                <a:tc>
                  <a:txBody>
                    <a:bodyPr/>
                    <a:lstStyle/>
                    <a:p>
                      <a:r>
                        <a:rPr lang="en-IN" sz="1200" dirty="0"/>
                        <a:t>#</a:t>
                      </a:r>
                    </a:p>
                  </a:txBody>
                  <a:tcPr/>
                </a:tc>
                <a:tc>
                  <a:txBody>
                    <a:bodyPr/>
                    <a:lstStyle/>
                    <a:p>
                      <a:r>
                        <a:rPr lang="en-US" sz="1200"/>
                        <a:t>Decision Area</a:t>
                      </a:r>
                      <a:endParaRPr lang="en-IN" sz="1200"/>
                    </a:p>
                  </a:txBody>
                  <a:tcPr/>
                </a:tc>
                <a:tc>
                  <a:txBody>
                    <a:bodyPr/>
                    <a:lstStyle/>
                    <a:p>
                      <a:r>
                        <a:rPr lang="en-US" sz="1200"/>
                        <a:t>Design Consideration </a:t>
                      </a:r>
                      <a:endParaRPr lang="en-IN" sz="1200"/>
                    </a:p>
                  </a:txBody>
                  <a:tcPr/>
                </a:tc>
                <a:tc>
                  <a:txBody>
                    <a:bodyPr/>
                    <a:lstStyle/>
                    <a:p>
                      <a:r>
                        <a:rPr lang="en-IN" sz="1200"/>
                        <a:t>Decision</a:t>
                      </a:r>
                    </a:p>
                  </a:txBody>
                  <a:tcPr/>
                </a:tc>
                <a:tc>
                  <a:txBody>
                    <a:bodyPr/>
                    <a:lstStyle/>
                    <a:p>
                      <a:r>
                        <a:rPr lang="en-US" sz="1200"/>
                        <a:t>Rationale</a:t>
                      </a:r>
                      <a:endParaRPr lang="en-IN" sz="1200"/>
                    </a:p>
                  </a:txBody>
                  <a:tcPr/>
                </a:tc>
                <a:extLst>
                  <a:ext uri="{0D108BD9-81ED-4DB2-BD59-A6C34878D82A}">
                    <a16:rowId xmlns:a16="http://schemas.microsoft.com/office/drawing/2014/main" val="2250095611"/>
                  </a:ext>
                </a:extLst>
              </a:tr>
              <a:tr h="0">
                <a:tc>
                  <a:txBody>
                    <a:bodyPr/>
                    <a:lstStyle/>
                    <a:p>
                      <a:r>
                        <a:rPr lang="en-IN" sz="1200"/>
                        <a:t>DD001</a:t>
                      </a:r>
                    </a:p>
                  </a:txBody>
                  <a:tcPr/>
                </a:tc>
                <a:tc>
                  <a:txBody>
                    <a:bodyPr/>
                    <a:lstStyle/>
                    <a:p>
                      <a:r>
                        <a:rPr lang="en-US" sz="1200"/>
                        <a:t>Hosting</a:t>
                      </a:r>
                      <a:endParaRPr lang="en-IN" sz="1200"/>
                    </a:p>
                  </a:txBody>
                  <a:tcPr/>
                </a:tc>
                <a:tc>
                  <a:txBody>
                    <a:bodyPr/>
                    <a:lstStyle/>
                    <a:p>
                      <a:r>
                        <a:rPr lang="en-IN" sz="1200" kern="1200">
                          <a:solidFill>
                            <a:schemeClr val="dk1"/>
                          </a:solidFill>
                          <a:latin typeface="+mn-lt"/>
                          <a:ea typeface="+mn-ea"/>
                          <a:cs typeface="+mn-cs"/>
                        </a:rPr>
                        <a:t>Adherence to cloud first strategy.</a:t>
                      </a:r>
                    </a:p>
                    <a:p>
                      <a:r>
                        <a:rPr lang="en-IN" sz="1200" kern="1200">
                          <a:solidFill>
                            <a:schemeClr val="dk1"/>
                          </a:solidFill>
                          <a:latin typeface="+mn-lt"/>
                          <a:ea typeface="+mn-ea"/>
                          <a:cs typeface="+mn-cs"/>
                        </a:rPr>
                        <a:t>The use of CDP and other containerisation platforms considered vs the use of a PaaS service.</a:t>
                      </a:r>
                    </a:p>
                  </a:txBody>
                  <a:tcPr/>
                </a:tc>
                <a:tc>
                  <a:txBody>
                    <a:bodyPr/>
                    <a:lstStyle/>
                    <a:p>
                      <a:r>
                        <a:rPr lang="en-GB" sz="1200" kern="1200" dirty="0">
                          <a:solidFill>
                            <a:schemeClr val="dk1"/>
                          </a:solidFill>
                          <a:effectLst/>
                          <a:latin typeface="+mn-lt"/>
                          <a:ea typeface="+mn-ea"/>
                          <a:cs typeface="+mn-cs"/>
                        </a:rPr>
                        <a:t>Use Azure Container Apps with Linux containers for hosting the modernised .NET 10 application. – CDP not deemed appropriate due to additional effort.</a:t>
                      </a:r>
                      <a:endParaRPr lang="en-IN" sz="1200" kern="1200" dirty="0">
                        <a:solidFill>
                          <a:schemeClr val="dk1"/>
                        </a:solidFill>
                        <a:latin typeface="+mn-lt"/>
                        <a:ea typeface="+mn-ea"/>
                        <a:cs typeface="+mn-cs"/>
                      </a:endParaRPr>
                    </a:p>
                  </a:txBody>
                  <a:tcPr/>
                </a:tc>
                <a:tc>
                  <a:txBody>
                    <a:bodyPr/>
                    <a:lstStyle/>
                    <a:p>
                      <a:pPr marL="228600" indent="-228600" algn="l" defTabSz="685800" rtl="0" eaLnBrk="1" fontAlgn="t" latinLnBrk="0" hangingPunct="1">
                        <a:buFont typeface="Arial" panose="020B0604020202020204" pitchFamily="34" charset="0"/>
                        <a:buChar char="•"/>
                      </a:pPr>
                      <a:r>
                        <a:rPr lang="en-GB" sz="1200" b="0" i="0" u="none" strike="noStrike" kern="1200" dirty="0">
                          <a:solidFill>
                            <a:schemeClr val="tx1"/>
                          </a:solidFill>
                          <a:effectLst/>
                          <a:latin typeface="+mn-lt"/>
                          <a:ea typeface="+mn-ea"/>
                          <a:cs typeface="Arial"/>
                        </a:rPr>
                        <a:t>Azure Container Apps is a serverless container platform built on Kubernetes</a:t>
                      </a:r>
                    </a:p>
                    <a:p>
                      <a:pPr marL="228600" indent="-228600" algn="l" defTabSz="685800" rtl="0" eaLnBrk="1" fontAlgn="t" latinLnBrk="0" hangingPunct="1">
                        <a:buFont typeface="Arial" panose="020B0604020202020204" pitchFamily="34" charset="0"/>
                        <a:buChar char="•"/>
                      </a:pPr>
                      <a:r>
                        <a:rPr lang="en-US" sz="1200" b="0" i="0" u="none" strike="noStrike" kern="1200" dirty="0">
                          <a:solidFill>
                            <a:schemeClr val="tx1"/>
                          </a:solidFill>
                          <a:effectLst/>
                          <a:latin typeface="+mn-lt"/>
                          <a:ea typeface="+mn-ea"/>
                          <a:cs typeface="Arial"/>
                        </a:rPr>
                        <a:t>Linux containers provide portability, environment consistency, and cloud-native scalability aligned with Defra’s </a:t>
                      </a:r>
                      <a:r>
                        <a:rPr lang="en-US" sz="1200" b="0" i="0" u="none" strike="noStrike" kern="1200" dirty="0" err="1">
                          <a:solidFill>
                            <a:schemeClr val="tx1"/>
                          </a:solidFill>
                          <a:effectLst/>
                          <a:latin typeface="+mn-lt"/>
                          <a:ea typeface="+mn-ea"/>
                          <a:cs typeface="Arial"/>
                        </a:rPr>
                        <a:t>modernisation</a:t>
                      </a:r>
                      <a:r>
                        <a:rPr lang="en-US" sz="1200" b="0" i="0" u="none" strike="noStrike" kern="1200" dirty="0">
                          <a:solidFill>
                            <a:schemeClr val="tx1"/>
                          </a:solidFill>
                          <a:effectLst/>
                          <a:latin typeface="+mn-lt"/>
                          <a:ea typeface="+mn-ea"/>
                          <a:cs typeface="Arial"/>
                        </a:rPr>
                        <a:t> strategy.</a:t>
                      </a:r>
                      <a:endParaRPr lang="en-GB" sz="1200" b="0" i="0" u="none" strike="noStrike" kern="1200" dirty="0">
                        <a:solidFill>
                          <a:schemeClr val="tx1"/>
                        </a:solidFill>
                        <a:effectLst/>
                        <a:latin typeface="+mn-lt"/>
                        <a:ea typeface="+mn-ea"/>
                        <a:cs typeface="Arial"/>
                      </a:endParaRPr>
                    </a:p>
                    <a:p>
                      <a:pPr marL="228600" marR="0" lvl="0" indent="-228600" algn="l" defTabSz="6858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Arial"/>
                        </a:rPr>
                        <a:t>CDP </a:t>
                      </a:r>
                      <a:r>
                        <a:rPr lang="en-GB" sz="1200" kern="1200" dirty="0">
                          <a:solidFill>
                            <a:schemeClr val="dk1"/>
                          </a:solidFill>
                          <a:effectLst/>
                          <a:latin typeface="+mn-lt"/>
                          <a:ea typeface="+mn-ea"/>
                          <a:cs typeface="+mn-cs"/>
                        </a:rPr>
                        <a:t>does not support SQL Server. Currently it supports MongoDB, hence the use of CDP discounted.</a:t>
                      </a:r>
                    </a:p>
                    <a:p>
                      <a:pPr marL="228600" indent="-228600" algn="l" defTabSz="685800" rtl="0" eaLnBrk="1" fontAlgn="t" latinLnBrk="0" hangingPunct="1">
                        <a:buFont typeface="Arial" panose="020B0604020202020204" pitchFamily="34" charset="0"/>
                        <a:buChar char="•"/>
                      </a:pPr>
                      <a:endParaRPr lang="en-GB" sz="1200" b="0" i="0" u="none" strike="noStrike" kern="1200" dirty="0">
                        <a:solidFill>
                          <a:schemeClr val="tx1"/>
                        </a:solidFill>
                        <a:effectLst/>
                        <a:latin typeface="+mn-lt"/>
                        <a:ea typeface="+mn-ea"/>
                        <a:cs typeface="Arial"/>
                      </a:endParaRPr>
                    </a:p>
                    <a:p>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3569423574"/>
                  </a:ext>
                </a:extLst>
              </a:tr>
              <a:tr h="868433">
                <a:tc>
                  <a:txBody>
                    <a:bodyPr/>
                    <a:lstStyle/>
                    <a:p>
                      <a:r>
                        <a:rPr lang="en-IN" sz="1200"/>
                        <a:t>DD002</a:t>
                      </a:r>
                    </a:p>
                  </a:txBody>
                  <a:tcPr/>
                </a:tc>
                <a:tc>
                  <a:txBody>
                    <a:bodyPr/>
                    <a:lstStyle/>
                    <a:p>
                      <a:r>
                        <a:rPr lang="en-US" sz="1200"/>
                        <a:t>Database</a:t>
                      </a:r>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use of CDP supported DB services-MongoDB  or other DB services vs the use of a Azure SQL Database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IN" sz="1200" kern="1200">
                        <a:solidFill>
                          <a:schemeClr val="dk1"/>
                        </a:solidFill>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strategic direction is to use PostgreSQL where viable.</a:t>
                      </a:r>
                    </a:p>
                    <a:p>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effectLst/>
                          <a:latin typeface="+mn-lt"/>
                          <a:ea typeface="+mn-ea"/>
                          <a:cs typeface="+mn-cs"/>
                        </a:rPr>
                        <a:t>Use the </a:t>
                      </a:r>
                      <a:r>
                        <a:rPr lang="en-IN" sz="1200" kern="1200" dirty="0">
                          <a:solidFill>
                            <a:schemeClr val="dk1"/>
                          </a:solidFill>
                          <a:latin typeface="+mn-lt"/>
                          <a:ea typeface="+mn-ea"/>
                          <a:cs typeface="+mn-cs"/>
                        </a:rPr>
                        <a:t>Azure SQL Database</a:t>
                      </a:r>
                      <a:r>
                        <a:rPr lang="en-IN" sz="1200" kern="1200" dirty="0">
                          <a:solidFill>
                            <a:schemeClr val="dk1"/>
                          </a:solidFill>
                          <a:effectLst/>
                          <a:latin typeface="+mn-lt"/>
                          <a:ea typeface="+mn-ea"/>
                          <a:cs typeface="+mn-cs"/>
                        </a:rPr>
                        <a:t>.</a:t>
                      </a:r>
                      <a:endParaRPr lang="en-IN" sz="1200" kern="1200" dirty="0">
                        <a:solidFill>
                          <a:schemeClr val="dk1"/>
                        </a:solidFill>
                        <a:latin typeface="+mn-lt"/>
                        <a:ea typeface="+mn-ea"/>
                        <a:cs typeface="+mn-cs"/>
                      </a:endParaRPr>
                    </a:p>
                  </a:txBody>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a:solidFill>
                            <a:schemeClr val="dk1"/>
                          </a:solidFill>
                          <a:effectLst/>
                          <a:latin typeface="+mn-lt"/>
                          <a:ea typeface="+mn-ea"/>
                          <a:cs typeface="+mn-cs"/>
                        </a:rPr>
                        <a:t>Azure SQL Database integrate seamlessly with .NET development tools (ADO.NET, Entity Framework, Azure DevOps).  </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a:solidFill>
                          <a:schemeClr val="tx1"/>
                        </a:solidFill>
                        <a:effectLst/>
                        <a:latin typeface="+mn-lt"/>
                        <a:ea typeface="+mn-ea"/>
                        <a:cs typeface="Arial"/>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kern="1200">
                          <a:solidFill>
                            <a:schemeClr val="dk1"/>
                          </a:solidFill>
                          <a:latin typeface="+mn-lt"/>
                          <a:ea typeface="+mn-ea"/>
                          <a:cs typeface="+mn-cs"/>
                        </a:rPr>
                        <a:t>The application currently uses an MS SQL DB and c</a:t>
                      </a:r>
                      <a:r>
                        <a:rPr lang="en-GB" sz="1200"/>
                        <a:t>hoosing Azure SQL over alternative database platforms avoids the significant redevelopment effort</a:t>
                      </a:r>
                      <a:endParaRPr lang="en-US" sz="1200" b="0" i="0" u="none" strike="noStrike" kern="1200">
                        <a:solidFill>
                          <a:schemeClr val="tx1"/>
                        </a:solidFill>
                        <a:effectLst/>
                        <a:latin typeface="+mn-lt"/>
                        <a:ea typeface="+mn-ea"/>
                        <a:cs typeface="Arial"/>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effectLst/>
                        <a:latin typeface="+mn-lt"/>
                        <a:ea typeface="+mn-ea"/>
                        <a:cs typeface="+mn-cs"/>
                      </a:endParaRPr>
                    </a:p>
                  </a:txBody>
                  <a:tcPr/>
                </a:tc>
                <a:extLst>
                  <a:ext uri="{0D108BD9-81ED-4DB2-BD59-A6C34878D82A}">
                    <a16:rowId xmlns:a16="http://schemas.microsoft.com/office/drawing/2014/main" val="2665921373"/>
                  </a:ext>
                </a:extLst>
              </a:tr>
              <a:tr h="940802">
                <a:tc>
                  <a:txBody>
                    <a:bodyPr/>
                    <a:lstStyle/>
                    <a:p>
                      <a:r>
                        <a:rPr lang="en-IN" sz="1200"/>
                        <a:t>DD003</a:t>
                      </a:r>
                    </a:p>
                  </a:txBody>
                  <a:tcPr/>
                </a:tc>
                <a:tc>
                  <a:txBody>
                    <a:bodyPr/>
                    <a:lstStyle/>
                    <a:p>
                      <a:r>
                        <a:rPr lang="en-US" sz="1200"/>
                        <a:t>Monitoring and Alerting</a:t>
                      </a:r>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use of other monitoring &amp; alerting services vs the use of Azure App Insights</a:t>
                      </a:r>
                    </a:p>
                    <a:p>
                      <a:endParaRPr lang="en-IN" sz="1200"/>
                    </a:p>
                  </a:txBody>
                  <a:tcPr/>
                </a:tc>
                <a:tc>
                  <a:txBody>
                    <a:bodyPr/>
                    <a:lstStyle/>
                    <a:p>
                      <a:r>
                        <a:rPr lang="en-US" sz="1200"/>
                        <a:t>Azure Application Insights provides first-class support for .NET 10 containerised applications deployed in Azure Container Apps</a:t>
                      </a:r>
                    </a:p>
                  </a:txBody>
                  <a:tcPr/>
                </a:tc>
                <a:tc>
                  <a:txBody>
                    <a:bodyPr/>
                    <a:lstStyle/>
                    <a:p>
                      <a:pPr marL="171450" indent="-171450">
                        <a:buFont typeface="Arial" panose="020B0604020202020204" pitchFamily="34" charset="0"/>
                        <a:buChar char="•"/>
                      </a:pPr>
                      <a:r>
                        <a:rPr lang="en-GB" sz="1200" dirty="0"/>
                        <a:t>Azure Application Insights automatic provide dependency tracking and distributed tracing.</a:t>
                      </a:r>
                    </a:p>
                    <a:p>
                      <a:pPr marL="0" indent="0">
                        <a:buFont typeface="Arial" panose="020B0604020202020204" pitchFamily="34" charset="0"/>
                        <a:buNone/>
                      </a:pPr>
                      <a:endParaRPr lang="en-GB" sz="1200" dirty="0"/>
                    </a:p>
                    <a:p>
                      <a:pPr marL="171450" indent="-171450">
                        <a:buFont typeface="Arial" panose="020B0604020202020204" pitchFamily="34" charset="0"/>
                        <a:buChar char="•"/>
                      </a:pPr>
                      <a:r>
                        <a:rPr lang="en-GB" sz="1200" dirty="0"/>
                        <a:t>Seamless integration with Azure Monitor and Log Analytics, providing lower configuration overhead.</a:t>
                      </a:r>
                      <a:endParaRPr lang="en-US" sz="1200" dirty="0"/>
                    </a:p>
                  </a:txBody>
                  <a:tcPr/>
                </a:tc>
                <a:extLst>
                  <a:ext uri="{0D108BD9-81ED-4DB2-BD59-A6C34878D82A}">
                    <a16:rowId xmlns:a16="http://schemas.microsoft.com/office/drawing/2014/main" val="843041790"/>
                  </a:ext>
                </a:extLst>
              </a:tr>
            </a:tbl>
          </a:graphicData>
        </a:graphic>
      </p:graphicFrame>
      <p:sp>
        <p:nvSpPr>
          <p:cNvPr id="5" name="Slide Number Placeholder 4">
            <a:extLst>
              <a:ext uri="{FF2B5EF4-FFF2-40B4-BE49-F238E27FC236}">
                <a16:creationId xmlns:a16="http://schemas.microsoft.com/office/drawing/2014/main" id="{00CFD6C1-0CAF-4D67-CB2B-97BA3541DE38}"/>
              </a:ext>
            </a:extLst>
          </p:cNvPr>
          <p:cNvSpPr>
            <a:spLocks noGrp="1"/>
          </p:cNvSpPr>
          <p:nvPr>
            <p:ph type="sldNum" sz="quarter" idx="12"/>
          </p:nvPr>
        </p:nvSpPr>
        <p:spPr/>
        <p:txBody>
          <a:bodyPr/>
          <a:lstStyle/>
          <a:p>
            <a:fld id="{D54A9EDB-8E49-45DA-B8F1-10D42A336BCA}" type="slidenum">
              <a:rPr lang="en-GB" smtClean="0"/>
              <a:t>16</a:t>
            </a:fld>
            <a:endParaRPr lang="en-GB"/>
          </a:p>
        </p:txBody>
      </p:sp>
      <p:sp>
        <p:nvSpPr>
          <p:cNvPr id="8" name="Title 1">
            <a:extLst>
              <a:ext uri="{FF2B5EF4-FFF2-40B4-BE49-F238E27FC236}">
                <a16:creationId xmlns:a16="http://schemas.microsoft.com/office/drawing/2014/main" id="{2B093546-9BF9-96DE-9112-C28690BA8C4B}"/>
              </a:ext>
            </a:extLst>
          </p:cNvPr>
          <p:cNvSpPr txBox="1">
            <a:spLocks/>
          </p:cNvSpPr>
          <p:nvPr/>
        </p:nvSpPr>
        <p:spPr>
          <a:xfrm>
            <a:off x="106326" y="207963"/>
            <a:ext cx="10210843" cy="467068"/>
          </a:xfrm>
          <a:prstGeom prst="rect">
            <a:avLst/>
          </a:prstGeom>
        </p:spPr>
        <p:txBody>
          <a:bodyPr vert="horz" lIns="91440" tIns="45720" rIns="91440" bIns="45720" rtlCol="0" anchor="b" anchorCtr="0">
            <a:normAutofit/>
          </a:bodyPr>
          <a:lstStyle>
            <a:lvl1pPr algn="l" defTabSz="685800" rtl="0" eaLnBrk="1" latinLnBrk="0" hangingPunct="1">
              <a:lnSpc>
                <a:spcPct val="90000"/>
              </a:lnSpc>
              <a:spcBef>
                <a:spcPct val="0"/>
              </a:spcBef>
              <a:buNone/>
              <a:defRPr sz="2700" b="1" kern="1200">
                <a:solidFill>
                  <a:srgbClr val="28718F"/>
                </a:solidFill>
                <a:latin typeface="Arial" panose="020B0604020202020204" pitchFamily="34" charset="0"/>
                <a:ea typeface="+mj-ea"/>
                <a:cs typeface="Arial" panose="020B0604020202020204" pitchFamily="34" charset="0"/>
              </a:defRPr>
            </a:lvl1pPr>
          </a:lstStyle>
          <a:p>
            <a:pPr fontAlgn="auto">
              <a:spcAft>
                <a:spcPts val="0"/>
              </a:spcAft>
            </a:pPr>
            <a:r>
              <a:rPr lang="en-US"/>
              <a:t>Design Decisions</a:t>
            </a:r>
            <a:endParaRPr lang="en-IN"/>
          </a:p>
        </p:txBody>
      </p:sp>
    </p:spTree>
    <p:extLst>
      <p:ext uri="{BB962C8B-B14F-4D97-AF65-F5344CB8AC3E}">
        <p14:creationId xmlns:p14="http://schemas.microsoft.com/office/powerpoint/2010/main" val="4115953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CFD7-057E-2CB8-022F-069F07FED18A}"/>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85873BD5-D7DC-3EAF-D064-C4E6B170E071}"/>
              </a:ext>
            </a:extLst>
          </p:cNvPr>
          <p:cNvSpPr>
            <a:spLocks noGrp="1"/>
          </p:cNvSpPr>
          <p:nvPr>
            <p:ph type="title"/>
          </p:nvPr>
        </p:nvSpPr>
        <p:spPr/>
        <p:txBody>
          <a:bodyPr/>
          <a:lstStyle/>
          <a:p>
            <a:r>
              <a:rPr lang="en-GB"/>
              <a:t>Architecture Future State</a:t>
            </a:r>
          </a:p>
        </p:txBody>
      </p:sp>
      <p:pic>
        <p:nvPicPr>
          <p:cNvPr id="17" name="Picture 16">
            <a:extLst>
              <a:ext uri="{FF2B5EF4-FFF2-40B4-BE49-F238E27FC236}">
                <a16:creationId xmlns:a16="http://schemas.microsoft.com/office/drawing/2014/main" id="{6FBC9180-553F-D235-664F-897D9C42DA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0261" y="1464528"/>
            <a:ext cx="10214836" cy="4728779"/>
          </a:xfrm>
          <a:prstGeom prst="rect">
            <a:avLst/>
          </a:prstGeom>
        </p:spPr>
      </p:pic>
      <p:sp>
        <p:nvSpPr>
          <p:cNvPr id="2" name="Text Placeholder 6">
            <a:extLst>
              <a:ext uri="{FF2B5EF4-FFF2-40B4-BE49-F238E27FC236}">
                <a16:creationId xmlns:a16="http://schemas.microsoft.com/office/drawing/2014/main" id="{835C3B6F-AD73-A0CC-7237-17860B73D27F}"/>
              </a:ext>
            </a:extLst>
          </p:cNvPr>
          <p:cNvSpPr txBox="1">
            <a:spLocks/>
          </p:cNvSpPr>
          <p:nvPr/>
        </p:nvSpPr>
        <p:spPr>
          <a:xfrm>
            <a:off x="874712" y="875711"/>
            <a:ext cx="6524276" cy="365125"/>
          </a:xfrm>
          <a:prstGeom prst="rect">
            <a:avLst/>
          </a:prstGeom>
        </p:spPr>
        <p:txBody>
          <a:bodyPr>
            <a:normAutofit/>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600"/>
              <a:t>High Level To-Be: Logical System Architecture</a:t>
            </a:r>
          </a:p>
        </p:txBody>
      </p:sp>
    </p:spTree>
    <p:extLst>
      <p:ext uri="{BB962C8B-B14F-4D97-AF65-F5344CB8AC3E}">
        <p14:creationId xmlns:p14="http://schemas.microsoft.com/office/powerpoint/2010/main" val="4028828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FF3D184-7C1A-BBF3-0E05-BDB6F2104429}"/>
              </a:ext>
            </a:extLst>
          </p:cNvPr>
          <p:cNvSpPr>
            <a:spLocks noGrp="1"/>
          </p:cNvSpPr>
          <p:nvPr>
            <p:ph type="title"/>
          </p:nvPr>
        </p:nvSpPr>
        <p:spPr>
          <a:xfrm>
            <a:off x="201106" y="82251"/>
            <a:ext cx="5697354" cy="391011"/>
          </a:xfrm>
        </p:spPr>
        <p:txBody>
          <a:bodyPr>
            <a:normAutofit fontScale="90000"/>
          </a:bodyPr>
          <a:lstStyle/>
          <a:p>
            <a:r>
              <a:rPr lang="en-GB"/>
              <a:t>Architecture Future State</a:t>
            </a:r>
          </a:p>
        </p:txBody>
      </p:sp>
      <p:sp>
        <p:nvSpPr>
          <p:cNvPr id="7" name="Text Placeholder 6">
            <a:extLst>
              <a:ext uri="{FF2B5EF4-FFF2-40B4-BE49-F238E27FC236}">
                <a16:creationId xmlns:a16="http://schemas.microsoft.com/office/drawing/2014/main" id="{5ACFEF54-BE61-D81B-2D96-1F26F745061F}"/>
              </a:ext>
            </a:extLst>
          </p:cNvPr>
          <p:cNvSpPr>
            <a:spLocks noGrp="1"/>
          </p:cNvSpPr>
          <p:nvPr>
            <p:ph sz="half" idx="2"/>
          </p:nvPr>
        </p:nvSpPr>
        <p:spPr>
          <a:xfrm>
            <a:off x="201106" y="462672"/>
            <a:ext cx="6524276" cy="365125"/>
          </a:xfrm>
        </p:spPr>
        <p:txBody>
          <a:bodyPr>
            <a:normAutofit/>
          </a:bodyPr>
          <a:lstStyle/>
          <a:p>
            <a:r>
              <a:rPr lang="en-GB" sz="1600"/>
              <a:t>High Level To-Be: Cloud Architecture with Hub-Spoke pattern</a:t>
            </a:r>
          </a:p>
        </p:txBody>
      </p:sp>
      <p:sp>
        <p:nvSpPr>
          <p:cNvPr id="16" name="Slide Number Placeholder 6">
            <a:extLst>
              <a:ext uri="{FF2B5EF4-FFF2-40B4-BE49-F238E27FC236}">
                <a16:creationId xmlns:a16="http://schemas.microsoft.com/office/drawing/2014/main" id="{F072A7D3-A2C4-19ED-F03B-0FD1FD114009}"/>
              </a:ext>
            </a:extLst>
          </p:cNvPr>
          <p:cNvSpPr>
            <a:spLocks noGrp="1"/>
          </p:cNvSpPr>
          <p:nvPr>
            <p:ph type="sldNum" sz="quarter" idx="12"/>
          </p:nvPr>
        </p:nvSpPr>
        <p:spPr>
          <a:xfrm>
            <a:off x="8610600" y="6335246"/>
            <a:ext cx="2743200" cy="365125"/>
          </a:xfrm>
        </p:spPr>
        <p:txBody>
          <a:bodyPr anchor="ctr">
            <a:normAutofit/>
          </a:bodyPr>
          <a:lstStyle/>
          <a:p>
            <a:pPr>
              <a:spcAft>
                <a:spcPts val="600"/>
              </a:spcAft>
            </a:pPr>
            <a:fld id="{D54A9EDB-8E49-45DA-B8F1-10D42A336BCA}" type="slidenum">
              <a:rPr lang="en-GB" smtClean="0"/>
              <a:pPr>
                <a:spcAft>
                  <a:spcPts val="600"/>
                </a:spcAft>
              </a:pPr>
              <a:t>18</a:t>
            </a:fld>
            <a:endParaRPr lang="en-GB"/>
          </a:p>
        </p:txBody>
      </p:sp>
      <p:sp>
        <p:nvSpPr>
          <p:cNvPr id="17" name="TextBox 16">
            <a:extLst>
              <a:ext uri="{FF2B5EF4-FFF2-40B4-BE49-F238E27FC236}">
                <a16:creationId xmlns:a16="http://schemas.microsoft.com/office/drawing/2014/main" id="{84E5E476-54BC-E18A-6A41-A7773214066E}"/>
              </a:ext>
            </a:extLst>
          </p:cNvPr>
          <p:cNvSpPr txBox="1"/>
          <p:nvPr/>
        </p:nvSpPr>
        <p:spPr>
          <a:xfrm>
            <a:off x="8294915" y="995323"/>
            <a:ext cx="3801478" cy="5678478"/>
          </a:xfrm>
          <a:prstGeom prst="rect">
            <a:avLst/>
          </a:prstGeom>
          <a:noFill/>
        </p:spPr>
        <p:txBody>
          <a:bodyPr wrap="square" lIns="91440" tIns="45720" rIns="91440" bIns="45720" anchor="t">
            <a:spAutoFit/>
          </a:bodyPr>
          <a:lstStyle/>
          <a:p>
            <a:r>
              <a:rPr lang="en-GB" sz="1100" b="1">
                <a:latin typeface="Arial"/>
                <a:cs typeface="Arial"/>
              </a:rPr>
              <a:t>1. User Access</a:t>
            </a:r>
          </a:p>
          <a:p>
            <a:r>
              <a:rPr lang="en-GB" sz="1100">
                <a:latin typeface="Arial"/>
                <a:cs typeface="Arial"/>
              </a:rPr>
              <a:t>User Traffic enters the environment through the Hub, where the Azure Firewall and Private DNS provide secure routing and name resolution. This ensures all inbound and outbound flows are centrally governed before reaching spoke resources.</a:t>
            </a:r>
          </a:p>
          <a:p>
            <a:endParaRPr lang="en-GB" sz="1100">
              <a:latin typeface="Arial"/>
            </a:endParaRPr>
          </a:p>
          <a:p>
            <a:r>
              <a:rPr lang="en-GB" sz="1100" b="1">
                <a:latin typeface="Arial"/>
                <a:cs typeface="Arial"/>
              </a:rPr>
              <a:t>2. Hub &amp; Spoke Connectivity</a:t>
            </a:r>
          </a:p>
          <a:p>
            <a:r>
              <a:rPr lang="en-GB" sz="1100">
                <a:latin typeface="Arial"/>
                <a:ea typeface="Calibri"/>
                <a:cs typeface="Arial"/>
              </a:rPr>
              <a:t>VNET peering enables secure communication with the hub and database spoke while maintaining isolation.</a:t>
            </a:r>
          </a:p>
          <a:p>
            <a:r>
              <a:rPr lang="en-GB" sz="1100">
                <a:latin typeface="Arial"/>
                <a:ea typeface="Calibri"/>
                <a:cs typeface="Arial"/>
              </a:rPr>
              <a:t>The BSE containerised application (.NET 10, Linux containers) and supporting services operate within the spoke network, protected by NSGs and integrated with Azure Entra ID, Key Vault, and App Insights.</a:t>
            </a:r>
          </a:p>
          <a:p>
            <a:endParaRPr lang="en-GB" sz="1100">
              <a:latin typeface="Arial"/>
            </a:endParaRPr>
          </a:p>
          <a:p>
            <a:r>
              <a:rPr lang="en-GB" sz="1100" b="1">
                <a:latin typeface="Arial"/>
                <a:cs typeface="Arial"/>
              </a:rPr>
              <a:t>3. Database Tier </a:t>
            </a:r>
          </a:p>
          <a:p>
            <a:r>
              <a:rPr lang="en-GB" sz="1100">
                <a:latin typeface="Arial"/>
                <a:ea typeface="Calibri"/>
                <a:cs typeface="Arial"/>
              </a:rPr>
              <a:t>The BSE SQL Database is hosted in a dedicated spoke, exposed only through private IP and controlled via granular NSG rules.</a:t>
            </a:r>
          </a:p>
          <a:p>
            <a:r>
              <a:rPr lang="en-GB" sz="1100">
                <a:latin typeface="Arial"/>
                <a:cs typeface="Arial"/>
              </a:rPr>
              <a:t>This tier stores all application data and provides secure, high‑performance connectivity to the application tier.</a:t>
            </a:r>
          </a:p>
          <a:p>
            <a:endParaRPr lang="en-GB" sz="1100">
              <a:latin typeface="Arial"/>
            </a:endParaRPr>
          </a:p>
          <a:p>
            <a:r>
              <a:rPr lang="en-GB" sz="1100" b="1">
                <a:latin typeface="Arial"/>
                <a:cs typeface="Arial"/>
              </a:rPr>
              <a:t>4. Data Synchronisation via ADF</a:t>
            </a:r>
          </a:p>
          <a:p>
            <a:r>
              <a:rPr lang="en-US" sz="1100">
                <a:latin typeface="Arial"/>
                <a:cs typeface="Arial"/>
              </a:rPr>
              <a:t>Azure Data Factory performs scheduled data preparation and synchronization tasks, connecting securely to the Azure SQL database through Private Endpoints, while connectivity to the external on‑premises database is routed securely via the hub through the Fortinet appliance</a:t>
            </a:r>
            <a:r>
              <a:rPr lang="en-GB" sz="1100">
                <a:latin typeface="Arial"/>
                <a:cs typeface="Arial"/>
              </a:rPr>
              <a:t>.</a:t>
            </a:r>
          </a:p>
          <a:p>
            <a:endParaRPr lang="en-GB" sz="1100">
              <a:latin typeface="Arial"/>
            </a:endParaRPr>
          </a:p>
          <a:p>
            <a:r>
              <a:rPr lang="en-GB" sz="1100" b="1">
                <a:latin typeface="Arial"/>
                <a:cs typeface="Arial"/>
              </a:rPr>
              <a:t>5. External Connectivity manually  user system</a:t>
            </a:r>
          </a:p>
          <a:p>
            <a:r>
              <a:rPr lang="en-GB" sz="1100">
                <a:latin typeface="Arial"/>
                <a:ea typeface="Calibri"/>
                <a:cs typeface="Arial"/>
              </a:rPr>
              <a:t>Data Analytics users connect to the BSE Database using SSMS from AVD with Read only access. Also, they connect to SharePoint by clicking the predefined link from BSE Portal</a:t>
            </a:r>
          </a:p>
        </p:txBody>
      </p:sp>
      <p:pic>
        <p:nvPicPr>
          <p:cNvPr id="12" name="Picture 11">
            <a:extLst>
              <a:ext uri="{FF2B5EF4-FFF2-40B4-BE49-F238E27FC236}">
                <a16:creationId xmlns:a16="http://schemas.microsoft.com/office/drawing/2014/main" id="{703315EC-EE4A-C2DB-EB18-DCF4C23D82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9156" y="982298"/>
            <a:ext cx="6971792" cy="5321979"/>
          </a:xfrm>
          <a:prstGeom prst="rect">
            <a:avLst/>
          </a:prstGeom>
        </p:spPr>
      </p:pic>
    </p:spTree>
    <p:extLst>
      <p:ext uri="{BB962C8B-B14F-4D97-AF65-F5344CB8AC3E}">
        <p14:creationId xmlns:p14="http://schemas.microsoft.com/office/powerpoint/2010/main" val="2123017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1FCC-421E-B8FD-051B-35DF9609B659}"/>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6FE22CD9-2834-94AC-6DB8-AC4A3F0C288E}"/>
              </a:ext>
            </a:extLst>
          </p:cNvPr>
          <p:cNvSpPr txBox="1">
            <a:spLocks/>
          </p:cNvSpPr>
          <p:nvPr/>
        </p:nvSpPr>
        <p:spPr>
          <a:xfrm>
            <a:off x="252943" y="286717"/>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a:solidFill>
                  <a:srgbClr val="28718F"/>
                </a:solidFill>
              </a:rPr>
              <a:t>Roles &amp; Responsibilities</a:t>
            </a:r>
          </a:p>
        </p:txBody>
      </p:sp>
      <p:graphicFrame>
        <p:nvGraphicFramePr>
          <p:cNvPr id="5" name="Table 4">
            <a:extLst>
              <a:ext uri="{FF2B5EF4-FFF2-40B4-BE49-F238E27FC236}">
                <a16:creationId xmlns:a16="http://schemas.microsoft.com/office/drawing/2014/main" id="{06229474-15DA-AFEA-66EA-877204331B2F}"/>
              </a:ext>
            </a:extLst>
          </p:cNvPr>
          <p:cNvGraphicFramePr>
            <a:graphicFrameLocks noGrp="1"/>
          </p:cNvGraphicFramePr>
          <p:nvPr>
            <p:extLst>
              <p:ext uri="{D42A27DB-BD31-4B8C-83A1-F6EECF244321}">
                <p14:modId xmlns:p14="http://schemas.microsoft.com/office/powerpoint/2010/main" val="1463803934"/>
              </p:ext>
            </p:extLst>
          </p:nvPr>
        </p:nvGraphicFramePr>
        <p:xfrm>
          <a:off x="374479" y="1356815"/>
          <a:ext cx="11086516" cy="2962615"/>
        </p:xfrm>
        <a:graphic>
          <a:graphicData uri="http://schemas.openxmlformats.org/drawingml/2006/table">
            <a:tbl>
              <a:tblPr>
                <a:tableStyleId>{5C22544A-7EE6-4342-B048-85BDC9FD1C3A}</a:tableStyleId>
              </a:tblPr>
              <a:tblGrid>
                <a:gridCol w="4480938">
                  <a:extLst>
                    <a:ext uri="{9D8B030D-6E8A-4147-A177-3AD203B41FA5}">
                      <a16:colId xmlns:a16="http://schemas.microsoft.com/office/drawing/2014/main" val="2158574785"/>
                    </a:ext>
                  </a:extLst>
                </a:gridCol>
                <a:gridCol w="1754991">
                  <a:extLst>
                    <a:ext uri="{9D8B030D-6E8A-4147-A177-3AD203B41FA5}">
                      <a16:colId xmlns:a16="http://schemas.microsoft.com/office/drawing/2014/main" val="648651677"/>
                    </a:ext>
                  </a:extLst>
                </a:gridCol>
                <a:gridCol w="2091705">
                  <a:extLst>
                    <a:ext uri="{9D8B030D-6E8A-4147-A177-3AD203B41FA5}">
                      <a16:colId xmlns:a16="http://schemas.microsoft.com/office/drawing/2014/main" val="3861470860"/>
                    </a:ext>
                  </a:extLst>
                </a:gridCol>
                <a:gridCol w="2758882">
                  <a:extLst>
                    <a:ext uri="{9D8B030D-6E8A-4147-A177-3AD203B41FA5}">
                      <a16:colId xmlns:a16="http://schemas.microsoft.com/office/drawing/2014/main" val="4026654174"/>
                    </a:ext>
                  </a:extLst>
                </a:gridCol>
              </a:tblGrid>
              <a:tr h="486414">
                <a:tc>
                  <a:txBody>
                    <a:bodyPr/>
                    <a:lstStyle/>
                    <a:p>
                      <a:pPr algn="ctr" fontAlgn="t">
                        <a:buNone/>
                      </a:pPr>
                      <a:r>
                        <a:rPr lang="en-US" sz="1600" b="1" kern="1200">
                          <a:solidFill>
                            <a:schemeClr val="lt1"/>
                          </a:solidFill>
                          <a:latin typeface="+mn-lt"/>
                          <a:ea typeface="+mn-ea"/>
                          <a:cs typeface="+mn-cs"/>
                        </a:rPr>
                        <a:t>Responsibility</a:t>
                      </a:r>
                    </a:p>
                  </a:txBody>
                  <a:tcPr marL="4896" marR="4896" marT="4896" marB="0" anchor="ctr">
                    <a:solidFill>
                      <a:schemeClr val="accent1"/>
                    </a:solidFill>
                  </a:tcPr>
                </a:tc>
                <a:tc>
                  <a:txBody>
                    <a:bodyPr/>
                    <a:lstStyle/>
                    <a:p>
                      <a:pPr marL="0" algn="ctr" defTabSz="685800" rtl="0" eaLnBrk="1" fontAlgn="t" latinLnBrk="0" hangingPunct="1">
                        <a:buNone/>
                      </a:pPr>
                      <a:r>
                        <a:rPr lang="en-US" sz="1600" b="1" kern="1200">
                          <a:solidFill>
                            <a:schemeClr val="lt1"/>
                          </a:solidFill>
                          <a:latin typeface="+mn-lt"/>
                          <a:ea typeface="+mn-ea"/>
                          <a:cs typeface="+mn-cs"/>
                        </a:rPr>
                        <a:t>AMS</a:t>
                      </a:r>
                    </a:p>
                  </a:txBody>
                  <a:tcPr marL="4896" marR="4896" marT="4896" marB="0" anchor="ctr">
                    <a:solidFill>
                      <a:schemeClr val="accent1"/>
                    </a:solidFill>
                  </a:tcPr>
                </a:tc>
                <a:tc>
                  <a:txBody>
                    <a:bodyPr/>
                    <a:lstStyle/>
                    <a:p>
                      <a:pPr marL="0" algn="ctr" rtl="0" eaLnBrk="1" fontAlgn="t" latinLnBrk="0" hangingPunct="1">
                        <a:buNone/>
                      </a:pPr>
                      <a:r>
                        <a:rPr lang="en-GB" sz="1600" b="1" kern="1200">
                          <a:solidFill>
                            <a:schemeClr val="lt1"/>
                          </a:solidFill>
                          <a:latin typeface="+mn-lt"/>
                          <a:ea typeface="+mn-ea"/>
                          <a:cs typeface="+mn-cs"/>
                        </a:rPr>
                        <a:t>Data Analytics Users</a:t>
                      </a:r>
                    </a:p>
                    <a:p>
                      <a:pPr marL="0" algn="ctr" rtl="0" eaLnBrk="1" fontAlgn="t" latinLnBrk="0" hangingPunct="1">
                        <a:buNone/>
                      </a:pPr>
                      <a:r>
                        <a:rPr lang="en-GB" sz="1600" b="1" kern="1200">
                          <a:solidFill>
                            <a:schemeClr val="lt1"/>
                          </a:solidFill>
                          <a:latin typeface="+mn-lt"/>
                          <a:ea typeface="+mn-ea"/>
                          <a:cs typeface="+mn-cs"/>
                        </a:rPr>
                        <a:t>(APHA Staff)</a:t>
                      </a:r>
                      <a:endParaRPr lang="en-US" sz="1600" b="1" kern="1200">
                        <a:solidFill>
                          <a:schemeClr val="lt1"/>
                        </a:solidFill>
                        <a:latin typeface="+mn-lt"/>
                        <a:ea typeface="+mn-ea"/>
                        <a:cs typeface="+mn-cs"/>
                      </a:endParaRPr>
                    </a:p>
                  </a:txBody>
                  <a:tcPr marL="4896" marR="4896" marT="4896" marB="0" anchor="ctr">
                    <a:solidFill>
                      <a:schemeClr val="accent1"/>
                    </a:solidFill>
                  </a:tcPr>
                </a:tc>
                <a:tc>
                  <a:txBody>
                    <a:bodyPr/>
                    <a:lstStyle/>
                    <a:p>
                      <a:pPr marL="0" algn="ctr" rtl="0" eaLnBrk="1" fontAlgn="t" latinLnBrk="0" hangingPunct="1">
                        <a:buNone/>
                      </a:pPr>
                      <a:r>
                        <a:rPr lang="en-US" sz="1600" b="1" kern="1200">
                          <a:solidFill>
                            <a:schemeClr val="lt1"/>
                          </a:solidFill>
                          <a:latin typeface="+mn-lt"/>
                          <a:ea typeface="+mn-ea"/>
                          <a:cs typeface="+mn-cs"/>
                        </a:rPr>
                        <a:t>Internal Business</a:t>
                      </a:r>
                      <a:endParaRPr lang="en-US"/>
                    </a:p>
                    <a:p>
                      <a:pPr marL="0" lvl="0" algn="ctr">
                        <a:buNone/>
                      </a:pPr>
                      <a:r>
                        <a:rPr lang="en-US" sz="1600" b="1" kern="1200">
                          <a:solidFill>
                            <a:schemeClr val="lt1"/>
                          </a:solidFill>
                          <a:latin typeface="+mn-lt"/>
                          <a:ea typeface="+mn-ea"/>
                          <a:cs typeface="+mn-cs"/>
                        </a:rPr>
                        <a:t>Users</a:t>
                      </a:r>
                    </a:p>
                    <a:p>
                      <a:pPr marL="0" algn="ctr" rtl="0" eaLnBrk="1" fontAlgn="t" latinLnBrk="0" hangingPunct="1">
                        <a:buNone/>
                      </a:pPr>
                      <a:r>
                        <a:rPr lang="en-US" sz="1600" b="1" kern="1200">
                          <a:solidFill>
                            <a:schemeClr val="lt1"/>
                          </a:solidFill>
                          <a:latin typeface="+mn-lt"/>
                          <a:ea typeface="+mn-ea"/>
                          <a:cs typeface="+mn-cs"/>
                        </a:rPr>
                        <a:t>(APHA Staff)</a:t>
                      </a:r>
                    </a:p>
                  </a:txBody>
                  <a:tcPr marL="4896" marR="4896" marT="4896" marB="0" anchor="ctr">
                    <a:solidFill>
                      <a:schemeClr val="accent1"/>
                    </a:solidFill>
                  </a:tcPr>
                </a:tc>
                <a:extLst>
                  <a:ext uri="{0D108BD9-81ED-4DB2-BD59-A6C34878D82A}">
                    <a16:rowId xmlns:a16="http://schemas.microsoft.com/office/drawing/2014/main" val="885149939"/>
                  </a:ext>
                </a:extLst>
              </a:tr>
              <a:tr h="216794">
                <a:tc>
                  <a:txBody>
                    <a:bodyPr/>
                    <a:lstStyle/>
                    <a:p>
                      <a:pPr algn="l" fontAlgn="t">
                        <a:buNone/>
                      </a:pPr>
                      <a:r>
                        <a:rPr lang="en-US" sz="1600" b="0" i="0" u="none" strike="noStrike">
                          <a:solidFill>
                            <a:srgbClr val="000000"/>
                          </a:solidFill>
                          <a:effectLst/>
                          <a:latin typeface="+mn-lt"/>
                          <a:cs typeface="Arial"/>
                        </a:rPr>
                        <a:t>Access to BSE Live </a:t>
                      </a:r>
                      <a:r>
                        <a:rPr lang="en-US" sz="1600" b="0" i="0" u="none" strike="noStrike" kern="1200">
                          <a:solidFill>
                            <a:srgbClr val="000000"/>
                          </a:solidFill>
                          <a:effectLst/>
                          <a:latin typeface="+mn-lt"/>
                          <a:ea typeface="+mn-ea"/>
                          <a:cs typeface="Arial"/>
                        </a:rPr>
                        <a:t>Portal</a:t>
                      </a:r>
                    </a:p>
                  </a:txBody>
                  <a:tcPr marL="45720" marR="45720" anchor="ctr"/>
                </a:tc>
                <a:tc>
                  <a:txBody>
                    <a:bodyPr/>
                    <a:lstStyle/>
                    <a:p>
                      <a:pPr algn="ctr" fontAlgn="t">
                        <a:buNone/>
                      </a:pPr>
                      <a:r>
                        <a:rPr lang="en-US" sz="4000" b="1" i="0" u="none" strike="noStrike">
                          <a:solidFill>
                            <a:srgbClr val="00B050"/>
                          </a:solidFill>
                          <a:effectLst/>
                          <a:latin typeface="Aptos"/>
                          <a:cs typeface="Arial"/>
                        </a:rPr>
                        <a:t>●</a:t>
                      </a:r>
                    </a:p>
                  </a:txBody>
                  <a:tcPr marL="45720" marR="45720" anchor="ctr"/>
                </a:tc>
                <a:tc>
                  <a:txBody>
                    <a:bodyPr/>
                    <a:lstStyle/>
                    <a:p>
                      <a:pPr algn="ctr" fontAlgn="t">
                        <a:buNone/>
                      </a:pPr>
                      <a:r>
                        <a:rPr lang="en-US" sz="4000" b="1" i="0" u="none" strike="noStrike">
                          <a:solidFill>
                            <a:srgbClr val="00B050"/>
                          </a:solidFill>
                          <a:effectLst/>
                          <a:latin typeface="+mn-lt"/>
                          <a:cs typeface="Arial"/>
                        </a:rPr>
                        <a:t>●</a:t>
                      </a: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US" sz="4000" b="1" i="0" u="none" strike="noStrike">
                          <a:solidFill>
                            <a:srgbClr val="00B050"/>
                          </a:solidFill>
                          <a:effectLst/>
                          <a:latin typeface="+mn-lt"/>
                          <a:cs typeface="Arial"/>
                        </a:rPr>
                        <a:t>●</a:t>
                      </a:r>
                    </a:p>
                  </a:txBody>
                  <a:tcPr marL="45720" marR="45720" anchor="ctr"/>
                </a:tc>
                <a:extLst>
                  <a:ext uri="{0D108BD9-81ED-4DB2-BD59-A6C34878D82A}">
                    <a16:rowId xmlns:a16="http://schemas.microsoft.com/office/drawing/2014/main" val="1940008786"/>
                  </a:ext>
                </a:extLst>
              </a:tr>
              <a:tr h="824119">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US" sz="1600" b="0" i="0" u="none" strike="noStrike">
                          <a:solidFill>
                            <a:srgbClr val="000000"/>
                          </a:solidFill>
                          <a:effectLst/>
                          <a:latin typeface="+mn-lt"/>
                          <a:cs typeface="Arial"/>
                        </a:rPr>
                        <a:t>Access to BSE Live </a:t>
                      </a:r>
                      <a:r>
                        <a:rPr lang="en-US" sz="1600" b="0" i="0" u="none" strike="noStrike" kern="1200">
                          <a:solidFill>
                            <a:srgbClr val="000000"/>
                          </a:solidFill>
                          <a:effectLst/>
                          <a:latin typeface="+mn-lt"/>
                          <a:ea typeface="+mn-ea"/>
                          <a:cs typeface="Arial"/>
                        </a:rPr>
                        <a:t>Portal for </a:t>
                      </a:r>
                      <a:r>
                        <a:rPr lang="en-GB" sz="1600" b="0" i="0" u="none" strike="noStrike" kern="1200">
                          <a:solidFill>
                            <a:srgbClr val="000000"/>
                          </a:solidFill>
                          <a:effectLst/>
                          <a:latin typeface="+mn-lt"/>
                          <a:ea typeface="+mn-ea"/>
                          <a:cs typeface="Arial"/>
                        </a:rPr>
                        <a:t>data manipulation</a:t>
                      </a:r>
                      <a:endParaRPr lang="en-US" sz="1600" b="0" i="0" u="none" strike="noStrike" kern="1200">
                        <a:solidFill>
                          <a:srgbClr val="000000"/>
                        </a:solidFill>
                        <a:effectLst/>
                        <a:latin typeface="+mn-lt"/>
                        <a:ea typeface="+mn-ea"/>
                        <a:cs typeface="Arial"/>
                      </a:endParaRPr>
                    </a:p>
                    <a:p>
                      <a:pPr algn="l" fontAlgn="t">
                        <a:buNone/>
                      </a:pPr>
                      <a:endParaRPr lang="en-US" sz="1600" b="0" i="0" u="none" strike="noStrike">
                        <a:solidFill>
                          <a:srgbClr val="000000"/>
                        </a:solidFill>
                        <a:effectLst/>
                        <a:latin typeface="Aptos"/>
                        <a:cs typeface="Arial"/>
                      </a:endParaRPr>
                    </a:p>
                  </a:txBody>
                  <a:tcPr marL="45720" marR="45720" anchor="ct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marL="45720" marR="45720" anchor="ctr"/>
                </a:tc>
                <a:tc>
                  <a:txBody>
                    <a:bodyPr/>
                    <a:lstStyle/>
                    <a:p>
                      <a:pPr algn="ctr" fontAlgn="t">
                        <a:buNone/>
                      </a:pPr>
                      <a:r>
                        <a:rPr lang="en-US" sz="4000" b="1" i="0" u="none" strike="noStrike">
                          <a:solidFill>
                            <a:srgbClr val="00B050"/>
                          </a:solidFill>
                          <a:effectLst/>
                          <a:latin typeface="+mn-lt"/>
                          <a:cs typeface="Arial"/>
                        </a:rPr>
                        <a:t>●</a:t>
                      </a: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US" sz="4000" b="1" i="0" u="none" strike="noStrike">
                          <a:solidFill>
                            <a:srgbClr val="00B050"/>
                          </a:solidFill>
                          <a:effectLst/>
                          <a:latin typeface="+mn-lt"/>
                          <a:cs typeface="Arial"/>
                        </a:rPr>
                        <a:t>●</a:t>
                      </a:r>
                    </a:p>
                  </a:txBody>
                  <a:tcPr marL="45720" marR="45720" anchor="ctr"/>
                </a:tc>
                <a:extLst>
                  <a:ext uri="{0D108BD9-81ED-4DB2-BD59-A6C34878D82A}">
                    <a16:rowId xmlns:a16="http://schemas.microsoft.com/office/drawing/2014/main" val="160345511"/>
                  </a:ext>
                </a:extLst>
              </a:tr>
              <a:tr h="692270">
                <a:tc>
                  <a:txBody>
                    <a:bodyPr/>
                    <a:lstStyle/>
                    <a:p>
                      <a:pPr lvl="0" algn="l">
                        <a:buNone/>
                      </a:pPr>
                      <a:r>
                        <a:rPr lang="en-US" sz="1600" b="0" i="0" u="none" strike="noStrike" noProof="0">
                          <a:solidFill>
                            <a:srgbClr val="000000"/>
                          </a:solidFill>
                          <a:effectLst/>
                          <a:latin typeface="Aptos"/>
                        </a:rPr>
                        <a:t>Access to BSE Live Database (Read-only) Via SSMS in AVD</a:t>
                      </a:r>
                      <a:endParaRPr lang="en-US"/>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kumimoji="0" lang="en-US" sz="4000" b="1" i="0" u="none" strike="noStrike" kern="1200" cap="none" spc="0" normalizeH="0" baseline="0" noProof="0">
                        <a:ln>
                          <a:noFill/>
                        </a:ln>
                        <a:solidFill>
                          <a:srgbClr val="00B050"/>
                        </a:solidFill>
                        <a:effectLst/>
                        <a:uLnTx/>
                        <a:uFillTx/>
                        <a:latin typeface="+mn-lt"/>
                        <a:ea typeface="+mn-ea"/>
                        <a:cs typeface="Arial"/>
                      </a:endParaRP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marL="45720" marR="45720" anchor="ct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marL="45720" marR="45720" anchor="ctr"/>
                </a:tc>
                <a:extLst>
                  <a:ext uri="{0D108BD9-81ED-4DB2-BD59-A6C34878D82A}">
                    <a16:rowId xmlns:a16="http://schemas.microsoft.com/office/drawing/2014/main" val="4136004908"/>
                  </a:ext>
                </a:extLst>
              </a:tr>
            </a:tbl>
          </a:graphicData>
        </a:graphic>
      </p:graphicFrame>
      <p:sp>
        <p:nvSpPr>
          <p:cNvPr id="3" name="Text Placeholder 6">
            <a:extLst>
              <a:ext uri="{FF2B5EF4-FFF2-40B4-BE49-F238E27FC236}">
                <a16:creationId xmlns:a16="http://schemas.microsoft.com/office/drawing/2014/main" id="{B206989F-B954-5CC8-2C97-A4D7CE5F4316}"/>
              </a:ext>
            </a:extLst>
          </p:cNvPr>
          <p:cNvSpPr txBox="1">
            <a:spLocks/>
          </p:cNvSpPr>
          <p:nvPr/>
        </p:nvSpPr>
        <p:spPr>
          <a:xfrm>
            <a:off x="252943" y="815114"/>
            <a:ext cx="6524276" cy="365125"/>
          </a:xfrm>
          <a:prstGeom prst="rect">
            <a:avLst/>
          </a:prstGeom>
        </p:spPr>
        <p:txBody>
          <a:bodyPr>
            <a:normAutofit/>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600"/>
              <a:t>High Level To-Be: Actions, actors &amp; permissions</a:t>
            </a:r>
          </a:p>
        </p:txBody>
      </p:sp>
      <p:graphicFrame>
        <p:nvGraphicFramePr>
          <p:cNvPr id="4" name="Table 3">
            <a:extLst>
              <a:ext uri="{FF2B5EF4-FFF2-40B4-BE49-F238E27FC236}">
                <a16:creationId xmlns:a16="http://schemas.microsoft.com/office/drawing/2014/main" id="{11B1C58A-124D-A6DD-2DAA-D96B11E8AC81}"/>
              </a:ext>
            </a:extLst>
          </p:cNvPr>
          <p:cNvGraphicFramePr>
            <a:graphicFrameLocks noGrp="1"/>
          </p:cNvGraphicFramePr>
          <p:nvPr>
            <p:extLst>
              <p:ext uri="{D42A27DB-BD31-4B8C-83A1-F6EECF244321}">
                <p14:modId xmlns:p14="http://schemas.microsoft.com/office/powerpoint/2010/main" val="2251220948"/>
              </p:ext>
            </p:extLst>
          </p:nvPr>
        </p:nvGraphicFramePr>
        <p:xfrm>
          <a:off x="6412488" y="5783618"/>
          <a:ext cx="5577643" cy="701040"/>
        </p:xfrm>
        <a:graphic>
          <a:graphicData uri="http://schemas.openxmlformats.org/drawingml/2006/table">
            <a:tbl>
              <a:tblPr firstRow="1" bandRow="1">
                <a:noFill/>
                <a:tableStyleId>{5C22544A-7EE6-4342-B048-85BDC9FD1C3A}</a:tableStyleId>
              </a:tblPr>
              <a:tblGrid>
                <a:gridCol w="500743">
                  <a:extLst>
                    <a:ext uri="{9D8B030D-6E8A-4147-A177-3AD203B41FA5}">
                      <a16:colId xmlns:a16="http://schemas.microsoft.com/office/drawing/2014/main" val="1621338904"/>
                    </a:ext>
                  </a:extLst>
                </a:gridCol>
                <a:gridCol w="2036610">
                  <a:extLst>
                    <a:ext uri="{9D8B030D-6E8A-4147-A177-3AD203B41FA5}">
                      <a16:colId xmlns:a16="http://schemas.microsoft.com/office/drawing/2014/main" val="3603808403"/>
                    </a:ext>
                  </a:extLst>
                </a:gridCol>
                <a:gridCol w="208280">
                  <a:extLst>
                    <a:ext uri="{9D8B030D-6E8A-4147-A177-3AD203B41FA5}">
                      <a16:colId xmlns:a16="http://schemas.microsoft.com/office/drawing/2014/main" val="2011836298"/>
                    </a:ext>
                  </a:extLst>
                </a:gridCol>
                <a:gridCol w="2832010">
                  <a:extLst>
                    <a:ext uri="{9D8B030D-6E8A-4147-A177-3AD203B41FA5}">
                      <a16:colId xmlns:a16="http://schemas.microsoft.com/office/drawing/2014/main" val="648457481"/>
                    </a:ext>
                  </a:extLst>
                </a:gridCol>
              </a:tblGrid>
              <a:tr h="591403">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 Yes / Responsible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     = Not Applicable / No Access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2635077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408A-DF0B-CCBB-94DA-6566D7E5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D41D5-9C5E-D847-8D73-696334D43715}"/>
              </a:ext>
            </a:extLst>
          </p:cNvPr>
          <p:cNvSpPr>
            <a:spLocks noGrp="1"/>
          </p:cNvSpPr>
          <p:nvPr>
            <p:ph type="title"/>
          </p:nvPr>
        </p:nvSpPr>
        <p:spPr>
          <a:xfrm>
            <a:off x="773255" y="160010"/>
            <a:ext cx="10442575" cy="341632"/>
          </a:xfrm>
        </p:spPr>
        <p:txBody>
          <a:bodyPr/>
          <a:lstStyle/>
          <a:p>
            <a:r>
              <a:rPr lang="en-US" sz="1800"/>
              <a:t>Direct SQL Access Via AVD: DEFRA Secured-by-design principles</a:t>
            </a:r>
            <a:endParaRPr lang="en-GB" sz="1800"/>
          </a:p>
        </p:txBody>
      </p:sp>
      <p:sp>
        <p:nvSpPr>
          <p:cNvPr id="3" name="Text Placeholder 2">
            <a:extLst>
              <a:ext uri="{FF2B5EF4-FFF2-40B4-BE49-F238E27FC236}">
                <a16:creationId xmlns:a16="http://schemas.microsoft.com/office/drawing/2014/main" id="{6AF68169-933E-856E-84E3-13698264452D}"/>
              </a:ext>
            </a:extLst>
          </p:cNvPr>
          <p:cNvSpPr>
            <a:spLocks noGrp="1"/>
          </p:cNvSpPr>
          <p:nvPr>
            <p:ph type="body" sz="quarter" idx="24"/>
          </p:nvPr>
        </p:nvSpPr>
        <p:spPr>
          <a:xfrm>
            <a:off x="974423" y="1291504"/>
            <a:ext cx="10442575" cy="338554"/>
          </a:xfrm>
        </p:spPr>
        <p:txBody>
          <a:bodyPr/>
          <a:lstStyle/>
          <a:p>
            <a:pPr lvl="0">
              <a:defRPr/>
            </a:pPr>
            <a:r>
              <a:rPr lang="en-US" sz="1600">
                <a:solidFill>
                  <a:schemeClr val="dk1"/>
                </a:solidFill>
              </a:rPr>
              <a:t>Additional Security Controls for Direct SQL Access Via AVD</a:t>
            </a:r>
          </a:p>
        </p:txBody>
      </p:sp>
      <p:graphicFrame>
        <p:nvGraphicFramePr>
          <p:cNvPr id="4" name="Table 3">
            <a:extLst>
              <a:ext uri="{FF2B5EF4-FFF2-40B4-BE49-F238E27FC236}">
                <a16:creationId xmlns:a16="http://schemas.microsoft.com/office/drawing/2014/main" id="{EB6A257B-9188-4FB4-2253-D424F0C7D880}"/>
              </a:ext>
            </a:extLst>
          </p:cNvPr>
          <p:cNvGraphicFramePr>
            <a:graphicFrameLocks noGrp="1"/>
          </p:cNvGraphicFramePr>
          <p:nvPr>
            <p:extLst>
              <p:ext uri="{D42A27DB-BD31-4B8C-83A1-F6EECF244321}">
                <p14:modId xmlns:p14="http://schemas.microsoft.com/office/powerpoint/2010/main" val="3958116668"/>
              </p:ext>
            </p:extLst>
          </p:nvPr>
        </p:nvGraphicFramePr>
        <p:xfrm>
          <a:off x="874711" y="1717102"/>
          <a:ext cx="10816546" cy="1950720"/>
        </p:xfrm>
        <a:graphic>
          <a:graphicData uri="http://schemas.openxmlformats.org/drawingml/2006/table">
            <a:tbl>
              <a:tblPr firstRow="1" bandRow="1">
                <a:tableStyleId>{5C22544A-7EE6-4342-B048-85BDC9FD1C3A}</a:tableStyleId>
              </a:tblPr>
              <a:tblGrid>
                <a:gridCol w="1571575">
                  <a:extLst>
                    <a:ext uri="{9D8B030D-6E8A-4147-A177-3AD203B41FA5}">
                      <a16:colId xmlns:a16="http://schemas.microsoft.com/office/drawing/2014/main" val="3996996170"/>
                    </a:ext>
                  </a:extLst>
                </a:gridCol>
                <a:gridCol w="9244971">
                  <a:extLst>
                    <a:ext uri="{9D8B030D-6E8A-4147-A177-3AD203B41FA5}">
                      <a16:colId xmlns:a16="http://schemas.microsoft.com/office/drawing/2014/main" val="1467401512"/>
                    </a:ext>
                  </a:extLst>
                </a:gridCol>
              </a:tblGrid>
              <a:tr h="274263">
                <a:tc>
                  <a:txBody>
                    <a:bodyPr/>
                    <a:lstStyle/>
                    <a:p>
                      <a:r>
                        <a:rPr lang="en-US" sz="1400" dirty="0"/>
                        <a:t>Category</a:t>
                      </a:r>
                    </a:p>
                  </a:txBody>
                  <a:tcPr/>
                </a:tc>
                <a:tc>
                  <a:txBody>
                    <a:bodyPr/>
                    <a:lstStyle/>
                    <a:p>
                      <a:r>
                        <a:rPr lang="en-US" sz="1400"/>
                        <a:t>Key Points</a:t>
                      </a:r>
                    </a:p>
                  </a:txBody>
                  <a:tcPr/>
                </a:tc>
                <a:extLst>
                  <a:ext uri="{0D108BD9-81ED-4DB2-BD59-A6C34878D82A}">
                    <a16:rowId xmlns:a16="http://schemas.microsoft.com/office/drawing/2014/main" val="1034883558"/>
                  </a:ext>
                </a:extLst>
              </a:tr>
              <a:tr h="733958">
                <a:tc>
                  <a:txBody>
                    <a:bodyPr/>
                    <a:lstStyle/>
                    <a:p>
                      <a:pPr fontAlgn="t">
                        <a:lnSpc>
                          <a:spcPts val="1500"/>
                        </a:lnSpc>
                        <a:buNone/>
                      </a:pPr>
                      <a:r>
                        <a:rPr lang="en-GB" sz="1200" b="0" i="0">
                          <a:effectLst/>
                          <a:latin typeface="+mn-lt"/>
                        </a:rPr>
                        <a:t>Protective Monitoring</a:t>
                      </a:r>
                    </a:p>
                  </a:txBody>
                  <a:tcPr/>
                </a:tc>
                <a:tc>
                  <a:txBody>
                    <a:bodyPr/>
                    <a:lstStyle/>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All SQL logins and query executions are logged via SQL Auditing to Log Analytics, enabling full traceability.</a:t>
                      </a:r>
                    </a:p>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Azure Sentinel correlates read‑only user activity with identity logs to detect threats or abnormal access patterns.</a:t>
                      </a:r>
                    </a:p>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Defender for SQL monitors for suspicious or high‑risk behavior such as unusual data extraction, credential misuse, or query anomalies.</a:t>
                      </a:r>
                    </a:p>
                  </a:txBody>
                  <a:tcPr/>
                </a:tc>
                <a:extLst>
                  <a:ext uri="{0D108BD9-81ED-4DB2-BD59-A6C34878D82A}">
                    <a16:rowId xmlns:a16="http://schemas.microsoft.com/office/drawing/2014/main" val="2183483805"/>
                  </a:ext>
                </a:extLst>
              </a:tr>
              <a:tr h="678769">
                <a:tc>
                  <a:txBody>
                    <a:bodyPr/>
                    <a:lstStyle/>
                    <a:p>
                      <a:pPr fontAlgn="t">
                        <a:lnSpc>
                          <a:spcPts val="1500"/>
                        </a:lnSpc>
                        <a:buNone/>
                      </a:pPr>
                      <a:r>
                        <a:rPr lang="en-GB" sz="1200" b="0" i="0">
                          <a:effectLst/>
                          <a:latin typeface="+mn-lt"/>
                        </a:rPr>
                        <a:t>Data Encryption &amp; Protection</a:t>
                      </a:r>
                    </a:p>
                  </a:txBody>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All SSMS connections to Azure SQL enforce TLS 1.2+ encryption in transit end‑to‑end.</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Transparent Data Encryption (TDE) secures all data at rest within the BSE database.</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Data Analytics users receive read‑only SQL roles (</a:t>
                      </a:r>
                      <a:r>
                        <a:rPr lang="en-US" sz="1200" err="1"/>
                        <a:t>db_datareader</a:t>
                      </a:r>
                      <a:r>
                        <a:rPr lang="en-US" sz="1200"/>
                        <a:t>) only, with no rights to modify data, objects, or schemas.</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MFA and Conditional Access policies help prevent unauthorized use of SSMS from unmanaged devices or locations.</a:t>
                      </a:r>
                      <a:endParaRPr lang="en-US" sz="1200" b="0" i="0" kern="1200">
                        <a:solidFill>
                          <a:schemeClr val="dk1"/>
                        </a:solidFill>
                        <a:effectLst/>
                        <a:latin typeface="+mn-lt"/>
                        <a:ea typeface="+mn-ea"/>
                        <a:cs typeface="+mn-cs"/>
                      </a:endParaRPr>
                    </a:p>
                  </a:txBody>
                  <a:tcPr/>
                </a:tc>
                <a:extLst>
                  <a:ext uri="{0D108BD9-81ED-4DB2-BD59-A6C34878D82A}">
                    <a16:rowId xmlns:a16="http://schemas.microsoft.com/office/drawing/2014/main" val="2279796845"/>
                  </a:ext>
                </a:extLst>
              </a:tr>
            </a:tbl>
          </a:graphicData>
        </a:graphic>
      </p:graphicFrame>
      <p:sp>
        <p:nvSpPr>
          <p:cNvPr id="5" name="Text Placeholder 2">
            <a:extLst>
              <a:ext uri="{FF2B5EF4-FFF2-40B4-BE49-F238E27FC236}">
                <a16:creationId xmlns:a16="http://schemas.microsoft.com/office/drawing/2014/main" id="{EBB86773-EB5C-87F4-EB84-D4BA70BCBDE4}"/>
              </a:ext>
            </a:extLst>
          </p:cNvPr>
          <p:cNvSpPr txBox="1">
            <a:spLocks/>
          </p:cNvSpPr>
          <p:nvPr/>
        </p:nvSpPr>
        <p:spPr>
          <a:xfrm>
            <a:off x="874711" y="3754866"/>
            <a:ext cx="10442575" cy="369332"/>
          </a:xfrm>
          <a:prstGeom prst="rect">
            <a:avLst/>
          </a:prstGeom>
        </p:spPr>
        <p:txBody>
          <a:bodyPr wrap="square" anchor="t">
            <a:spAutoFit/>
          </a:bodyPr>
          <a:lstStyle>
            <a:lvl1pPr marL="0" indent="0" algn="l" defTabSz="685800" rtl="0" eaLnBrk="1" latinLnBrk="0" hangingPunct="1">
              <a:lnSpc>
                <a:spcPct val="100000"/>
              </a:lnSpc>
              <a:spcBef>
                <a:spcPts val="0"/>
              </a:spcBef>
              <a:buFontTx/>
              <a:buNone/>
              <a:defRPr sz="18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defRPr/>
            </a:pPr>
            <a:r>
              <a:rPr lang="en-US">
                <a:solidFill>
                  <a:schemeClr val="dk1"/>
                </a:solidFill>
              </a:rPr>
              <a:t>Isolation &amp; Lateral Movement Protection</a:t>
            </a:r>
          </a:p>
        </p:txBody>
      </p:sp>
      <p:graphicFrame>
        <p:nvGraphicFramePr>
          <p:cNvPr id="6" name="Table 5">
            <a:extLst>
              <a:ext uri="{FF2B5EF4-FFF2-40B4-BE49-F238E27FC236}">
                <a16:creationId xmlns:a16="http://schemas.microsoft.com/office/drawing/2014/main" id="{64261672-C3A3-22C3-0EB7-BCCDFAA956E1}"/>
              </a:ext>
            </a:extLst>
          </p:cNvPr>
          <p:cNvGraphicFramePr>
            <a:graphicFrameLocks noGrp="1"/>
          </p:cNvGraphicFramePr>
          <p:nvPr>
            <p:extLst>
              <p:ext uri="{D42A27DB-BD31-4B8C-83A1-F6EECF244321}">
                <p14:modId xmlns:p14="http://schemas.microsoft.com/office/powerpoint/2010/main" val="2752528082"/>
              </p:ext>
            </p:extLst>
          </p:nvPr>
        </p:nvGraphicFramePr>
        <p:xfrm>
          <a:off x="874711" y="4133342"/>
          <a:ext cx="10816545" cy="2269658"/>
        </p:xfrm>
        <a:graphic>
          <a:graphicData uri="http://schemas.openxmlformats.org/drawingml/2006/table">
            <a:tbl>
              <a:tblPr firstRow="1" bandRow="1">
                <a:tableStyleId>{5C22544A-7EE6-4342-B048-85BDC9FD1C3A}</a:tableStyleId>
              </a:tblPr>
              <a:tblGrid>
                <a:gridCol w="1571575">
                  <a:extLst>
                    <a:ext uri="{9D8B030D-6E8A-4147-A177-3AD203B41FA5}">
                      <a16:colId xmlns:a16="http://schemas.microsoft.com/office/drawing/2014/main" val="3996996170"/>
                    </a:ext>
                  </a:extLst>
                </a:gridCol>
                <a:gridCol w="9244970">
                  <a:extLst>
                    <a:ext uri="{9D8B030D-6E8A-4147-A177-3AD203B41FA5}">
                      <a16:colId xmlns:a16="http://schemas.microsoft.com/office/drawing/2014/main" val="1467401512"/>
                    </a:ext>
                  </a:extLst>
                </a:gridCol>
              </a:tblGrid>
              <a:tr h="323091">
                <a:tc>
                  <a:txBody>
                    <a:bodyPr/>
                    <a:lstStyle/>
                    <a:p>
                      <a:r>
                        <a:rPr lang="en-US" sz="1400"/>
                        <a:t>Category</a:t>
                      </a:r>
                    </a:p>
                  </a:txBody>
                  <a:tcPr/>
                </a:tc>
                <a:tc>
                  <a:txBody>
                    <a:bodyPr/>
                    <a:lstStyle/>
                    <a:p>
                      <a:r>
                        <a:rPr lang="en-US" sz="1400"/>
                        <a:t>Key Points</a:t>
                      </a:r>
                    </a:p>
                  </a:txBody>
                  <a:tcPr/>
                </a:tc>
                <a:extLst>
                  <a:ext uri="{0D108BD9-81ED-4DB2-BD59-A6C34878D82A}">
                    <a16:rowId xmlns:a16="http://schemas.microsoft.com/office/drawing/2014/main" val="1034883558"/>
                  </a:ext>
                </a:extLst>
              </a:tr>
              <a:tr h="757847">
                <a:tc>
                  <a:txBody>
                    <a:bodyPr/>
                    <a:lstStyle/>
                    <a:p>
                      <a:pPr fontAlgn="t">
                        <a:lnSpc>
                          <a:spcPts val="1500"/>
                        </a:lnSpc>
                        <a:buNone/>
                      </a:pPr>
                      <a:r>
                        <a:rPr lang="en-GB" sz="1200" b="0" i="0">
                          <a:effectLst/>
                          <a:latin typeface="+mn-lt"/>
                        </a:rPr>
                        <a:t>Isolation (Despite Direct Access)</a:t>
                      </a:r>
                    </a:p>
                  </a:txBody>
                  <a:tcPr/>
                </a:tc>
                <a:tc>
                  <a:txBody>
                    <a:bodyPr/>
                    <a:lstStyle/>
                    <a:p>
                      <a:pPr marL="285750" indent="-285750">
                        <a:buFont typeface="Arial" panose="020B0604020202020204" pitchFamily="34" charset="0"/>
                        <a:buChar char="•"/>
                      </a:pPr>
                      <a:r>
                        <a:rPr lang="en-US" sz="1200" b="0" i="0" kern="1200">
                          <a:solidFill>
                            <a:schemeClr val="dk1"/>
                          </a:solidFill>
                          <a:effectLst/>
                          <a:latin typeface="+mn-lt"/>
                          <a:ea typeface="+mn-ea"/>
                          <a:cs typeface="+mn-cs"/>
                        </a:rPr>
                        <a:t>Data Analytics users connecting through SSMS from inside Azure Virtual desktop  are restricted to a single authorized Azure SQL database, preventing visibility of any other databases in the environment.</a:t>
                      </a:r>
                    </a:p>
                    <a:p>
                      <a:pPr marL="285750" indent="-285750">
                        <a:buFont typeface="Arial" panose="020B0604020202020204" pitchFamily="34" charset="0"/>
                        <a:buChar char="•"/>
                      </a:pPr>
                      <a:r>
                        <a:rPr lang="en-US" sz="1200" b="0" i="0" kern="1200">
                          <a:solidFill>
                            <a:schemeClr val="dk1"/>
                          </a:solidFill>
                          <a:effectLst/>
                          <a:latin typeface="+mn-lt"/>
                          <a:ea typeface="+mn-ea"/>
                          <a:cs typeface="+mn-cs"/>
                        </a:rPr>
                        <a:t>Query execution is constrained to only the permitted database, ensuring users remain fully isolated from other workloads</a:t>
                      </a:r>
                    </a:p>
                  </a:txBody>
                  <a:tcPr/>
                </a:tc>
                <a:extLst>
                  <a:ext uri="{0D108BD9-81ED-4DB2-BD59-A6C34878D82A}">
                    <a16:rowId xmlns:a16="http://schemas.microsoft.com/office/drawing/2014/main" val="2183483805"/>
                  </a:ext>
                </a:extLst>
              </a:tr>
              <a:tr h="1048916">
                <a:tc>
                  <a:txBody>
                    <a:bodyPr/>
                    <a:lstStyle/>
                    <a:p>
                      <a:pPr fontAlgn="t">
                        <a:lnSpc>
                          <a:spcPts val="1500"/>
                        </a:lnSpc>
                        <a:buNone/>
                      </a:pPr>
                      <a:r>
                        <a:rPr lang="en-US" sz="1200">
                          <a:solidFill>
                            <a:schemeClr val="dk1"/>
                          </a:solidFill>
                        </a:rPr>
                        <a:t>Lateral Movement Protection</a:t>
                      </a:r>
                      <a:endParaRPr lang="en-GB" sz="1200" b="0" i="0">
                        <a:effectLst/>
                        <a:latin typeface="+mn-lt"/>
                      </a:endParaRPr>
                    </a:p>
                  </a:txBody>
                  <a:tcPr/>
                </a:tc>
                <a:tc>
                  <a:txBody>
                    <a:bodyPr/>
                    <a:lstStyle/>
                    <a:p>
                      <a:pPr marL="285750" indent="-285750">
                        <a:buFont typeface="Arial" panose="020B0604020202020204" pitchFamily="34" charset="0"/>
                        <a:buChar char="•"/>
                      </a:pPr>
                      <a:r>
                        <a:rPr lang="en-US" sz="1200" b="0" i="0" kern="1200">
                          <a:solidFill>
                            <a:schemeClr val="dk1"/>
                          </a:solidFill>
                          <a:effectLst/>
                          <a:latin typeface="+mn-lt"/>
                          <a:ea typeface="+mn-ea"/>
                          <a:cs typeface="+mn-cs"/>
                        </a:rPr>
                        <a:t>Database‑level permissions ensure users cannot list, browse, or connect to other SQL instances or datasets, stopping lateral movement within the data tier</a:t>
                      </a:r>
                    </a:p>
                    <a:p>
                      <a:pPr marL="285750" indent="-285750">
                        <a:buFont typeface="Arial" panose="020B0604020202020204" pitchFamily="34" charset="0"/>
                        <a:buChar char="•"/>
                      </a:pPr>
                      <a:r>
                        <a:rPr lang="en-US" sz="1200" b="0" i="0" kern="1200">
                          <a:solidFill>
                            <a:schemeClr val="dk1"/>
                          </a:solidFill>
                          <a:effectLst/>
                          <a:latin typeface="+mn-lt"/>
                          <a:ea typeface="+mn-ea"/>
                          <a:cs typeface="+mn-cs"/>
                        </a:rPr>
                        <a:t>Access to master, model, msdb, and any neighboring databases is denied, preventing privilege escalation or unauthorized dataset access.</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Operations such as cross‑database queries, linked server connections, metadata inspection, or stored procedure enumeration are blocked by permissions.</a:t>
                      </a:r>
                    </a:p>
                  </a:txBody>
                  <a:tcPr/>
                </a:tc>
                <a:extLst>
                  <a:ext uri="{0D108BD9-81ED-4DB2-BD59-A6C34878D82A}">
                    <a16:rowId xmlns:a16="http://schemas.microsoft.com/office/drawing/2014/main" val="2279796845"/>
                  </a:ext>
                </a:extLst>
              </a:tr>
            </a:tbl>
          </a:graphicData>
        </a:graphic>
      </p:graphicFrame>
      <p:graphicFrame>
        <p:nvGraphicFramePr>
          <p:cNvPr id="7" name="Table 6">
            <a:extLst>
              <a:ext uri="{FF2B5EF4-FFF2-40B4-BE49-F238E27FC236}">
                <a16:creationId xmlns:a16="http://schemas.microsoft.com/office/drawing/2014/main" id="{30138AFE-FA8E-A610-0D0F-BA77F71E3CBC}"/>
              </a:ext>
            </a:extLst>
          </p:cNvPr>
          <p:cNvGraphicFramePr>
            <a:graphicFrameLocks noGrp="1"/>
          </p:cNvGraphicFramePr>
          <p:nvPr>
            <p:extLst>
              <p:ext uri="{D42A27DB-BD31-4B8C-83A1-F6EECF244321}">
                <p14:modId xmlns:p14="http://schemas.microsoft.com/office/powerpoint/2010/main" val="3801580393"/>
              </p:ext>
            </p:extLst>
          </p:nvPr>
        </p:nvGraphicFramePr>
        <p:xfrm>
          <a:off x="773255" y="559903"/>
          <a:ext cx="7272593" cy="701040"/>
        </p:xfrm>
        <a:graphic>
          <a:graphicData uri="http://schemas.openxmlformats.org/drawingml/2006/table">
            <a:tbl>
              <a:tblPr firstRow="1" bandRow="1">
                <a:noFill/>
                <a:tableStyleId>{5C22544A-7EE6-4342-B048-85BDC9FD1C3A}</a:tableStyleId>
              </a:tblPr>
              <a:tblGrid>
                <a:gridCol w="320674">
                  <a:extLst>
                    <a:ext uri="{9D8B030D-6E8A-4147-A177-3AD203B41FA5}">
                      <a16:colId xmlns:a16="http://schemas.microsoft.com/office/drawing/2014/main" val="1621338904"/>
                    </a:ext>
                  </a:extLst>
                </a:gridCol>
                <a:gridCol w="1164639">
                  <a:extLst>
                    <a:ext uri="{9D8B030D-6E8A-4147-A177-3AD203B41FA5}">
                      <a16:colId xmlns:a16="http://schemas.microsoft.com/office/drawing/2014/main" val="3603808403"/>
                    </a:ext>
                  </a:extLst>
                </a:gridCol>
                <a:gridCol w="310896">
                  <a:extLst>
                    <a:ext uri="{9D8B030D-6E8A-4147-A177-3AD203B41FA5}">
                      <a16:colId xmlns:a16="http://schemas.microsoft.com/office/drawing/2014/main" val="2011836298"/>
                    </a:ext>
                  </a:extLst>
                </a:gridCol>
                <a:gridCol w="630936">
                  <a:extLst>
                    <a:ext uri="{9D8B030D-6E8A-4147-A177-3AD203B41FA5}">
                      <a16:colId xmlns:a16="http://schemas.microsoft.com/office/drawing/2014/main" val="648457481"/>
                    </a:ext>
                  </a:extLst>
                </a:gridCol>
                <a:gridCol w="246888">
                  <a:extLst>
                    <a:ext uri="{9D8B030D-6E8A-4147-A177-3AD203B41FA5}">
                      <a16:colId xmlns:a16="http://schemas.microsoft.com/office/drawing/2014/main" val="660162308"/>
                    </a:ext>
                  </a:extLst>
                </a:gridCol>
                <a:gridCol w="1554480">
                  <a:extLst>
                    <a:ext uri="{9D8B030D-6E8A-4147-A177-3AD203B41FA5}">
                      <a16:colId xmlns:a16="http://schemas.microsoft.com/office/drawing/2014/main" val="145135127"/>
                    </a:ext>
                  </a:extLst>
                </a:gridCol>
                <a:gridCol w="365760">
                  <a:extLst>
                    <a:ext uri="{9D8B030D-6E8A-4147-A177-3AD203B41FA5}">
                      <a16:colId xmlns:a16="http://schemas.microsoft.com/office/drawing/2014/main" val="785448889"/>
                    </a:ext>
                  </a:extLst>
                </a:gridCol>
                <a:gridCol w="2678320">
                  <a:extLst>
                    <a:ext uri="{9D8B030D-6E8A-4147-A177-3AD203B41FA5}">
                      <a16:colId xmlns:a16="http://schemas.microsoft.com/office/drawing/2014/main" val="2788611076"/>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50">
                          <a:solidFill>
                            <a:schemeClr val="tx1"/>
                          </a:solidFill>
                        </a:rPr>
                        <a:t>Monitoring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Audit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solidFill>
                            <a:schemeClr val="tx1"/>
                          </a:solidFill>
                        </a:rPr>
                        <a:t>Access 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solidFill>
                            <a:schemeClr val="tx1"/>
                          </a:solidFill>
                        </a:rPr>
                        <a:t>Data Protection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3562359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1FCC-421E-B8FD-051B-35DF9609B659}"/>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6FE22CD9-2834-94AC-6DB8-AC4A3F0C288E}"/>
              </a:ext>
            </a:extLst>
          </p:cNvPr>
          <p:cNvSpPr txBox="1">
            <a:spLocks/>
          </p:cNvSpPr>
          <p:nvPr/>
        </p:nvSpPr>
        <p:spPr>
          <a:xfrm>
            <a:off x="252943" y="286717"/>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a:solidFill>
                  <a:srgbClr val="28718F"/>
                </a:solidFill>
              </a:rPr>
              <a:t>Infrastructure To-Be</a:t>
            </a:r>
          </a:p>
        </p:txBody>
      </p:sp>
      <p:graphicFrame>
        <p:nvGraphicFramePr>
          <p:cNvPr id="5" name="Table 4">
            <a:extLst>
              <a:ext uri="{FF2B5EF4-FFF2-40B4-BE49-F238E27FC236}">
                <a16:creationId xmlns:a16="http://schemas.microsoft.com/office/drawing/2014/main" id="{06229474-15DA-AFEA-66EA-877204331B2F}"/>
              </a:ext>
            </a:extLst>
          </p:cNvPr>
          <p:cNvGraphicFramePr>
            <a:graphicFrameLocks noGrp="1"/>
          </p:cNvGraphicFramePr>
          <p:nvPr>
            <p:extLst>
              <p:ext uri="{D42A27DB-BD31-4B8C-83A1-F6EECF244321}">
                <p14:modId xmlns:p14="http://schemas.microsoft.com/office/powerpoint/2010/main" val="2358504150"/>
              </p:ext>
            </p:extLst>
          </p:nvPr>
        </p:nvGraphicFramePr>
        <p:xfrm>
          <a:off x="252942" y="1021587"/>
          <a:ext cx="11438315" cy="4767463"/>
        </p:xfrm>
        <a:graphic>
          <a:graphicData uri="http://schemas.openxmlformats.org/drawingml/2006/table">
            <a:tbl>
              <a:tblPr>
                <a:tableStyleId>{5C22544A-7EE6-4342-B048-85BDC9FD1C3A}</a:tableStyleId>
              </a:tblPr>
              <a:tblGrid>
                <a:gridCol w="2217266">
                  <a:extLst>
                    <a:ext uri="{9D8B030D-6E8A-4147-A177-3AD203B41FA5}">
                      <a16:colId xmlns:a16="http://schemas.microsoft.com/office/drawing/2014/main" val="2158574785"/>
                    </a:ext>
                  </a:extLst>
                </a:gridCol>
                <a:gridCol w="1891198">
                  <a:extLst>
                    <a:ext uri="{9D8B030D-6E8A-4147-A177-3AD203B41FA5}">
                      <a16:colId xmlns:a16="http://schemas.microsoft.com/office/drawing/2014/main" val="648651677"/>
                    </a:ext>
                  </a:extLst>
                </a:gridCol>
                <a:gridCol w="2384373">
                  <a:extLst>
                    <a:ext uri="{9D8B030D-6E8A-4147-A177-3AD203B41FA5}">
                      <a16:colId xmlns:a16="http://schemas.microsoft.com/office/drawing/2014/main" val="362018371"/>
                    </a:ext>
                  </a:extLst>
                </a:gridCol>
                <a:gridCol w="4945478">
                  <a:extLst>
                    <a:ext uri="{9D8B030D-6E8A-4147-A177-3AD203B41FA5}">
                      <a16:colId xmlns:a16="http://schemas.microsoft.com/office/drawing/2014/main" val="3861470860"/>
                    </a:ext>
                  </a:extLst>
                </a:gridCol>
              </a:tblGrid>
              <a:tr h="456002">
                <a:tc>
                  <a:txBody>
                    <a:bodyPr/>
                    <a:lstStyle/>
                    <a:p>
                      <a:pPr algn="ctr" fontAlgn="t">
                        <a:buNone/>
                      </a:pPr>
                      <a:r>
                        <a:rPr lang="en-US" sz="1200" b="1" kern="1200" dirty="0">
                          <a:solidFill>
                            <a:schemeClr val="lt1"/>
                          </a:solidFill>
                          <a:latin typeface="+mn-lt"/>
                          <a:ea typeface="+mn-ea"/>
                          <a:cs typeface="+mn-cs"/>
                        </a:rPr>
                        <a:t>Service category</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Services</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Resilience</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Configurations</a:t>
                      </a:r>
                    </a:p>
                  </a:txBody>
                  <a:tcPr marL="4896" marR="4896" marT="4896" marB="0">
                    <a:solidFill>
                      <a:schemeClr val="accent1"/>
                    </a:solidFill>
                  </a:tcPr>
                </a:tc>
                <a:extLst>
                  <a:ext uri="{0D108BD9-81ED-4DB2-BD59-A6C34878D82A}">
                    <a16:rowId xmlns:a16="http://schemas.microsoft.com/office/drawing/2014/main" val="885149939"/>
                  </a:ext>
                </a:extLst>
              </a:tr>
              <a:tr h="921347">
                <a:tc>
                  <a:txBody>
                    <a:bodyPr/>
                    <a:lstStyle/>
                    <a:p>
                      <a:pPr algn="l" fontAlgn="t">
                        <a:buNone/>
                      </a:pPr>
                      <a:r>
                        <a:rPr lang="en-US" sz="1200" b="0" u="none" strike="noStrike">
                          <a:effectLst/>
                          <a:latin typeface="Aptos"/>
                          <a:cs typeface="Arial"/>
                        </a:rPr>
                        <a:t>Databases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SQL Database</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Zone-redundant (ZRS)</a:t>
                      </a:r>
                    </a:p>
                  </a:txBody>
                  <a:tcPr marL="45720" marR="45720"/>
                </a:tc>
                <a:tc>
                  <a:txBody>
                    <a:bodyPr/>
                    <a:lstStyle/>
                    <a:p>
                      <a:pPr lvl="0" algn="l">
                        <a:buNone/>
                      </a:pPr>
                      <a:r>
                        <a:rPr lang="en-US" sz="1200" b="0" i="0" u="none" strike="noStrike" noProof="0">
                          <a:solidFill>
                            <a:srgbClr val="000000"/>
                          </a:solidFill>
                          <a:effectLst/>
                          <a:latin typeface="Aptos"/>
                          <a:cs typeface="Arial"/>
                        </a:rPr>
                        <a:t>Zone Redundant Database, vCore, General Purpose, Serverless, Standard-series (Gen 5), 8 max vCores, ZRS Back up Storage.</a:t>
                      </a:r>
                      <a:endParaRPr lang="en-US" sz="1200" b="0" i="0" u="sng" strike="noStrike" noProof="0">
                        <a:solidFill>
                          <a:srgbClr val="000000"/>
                        </a:solidFill>
                        <a:effectLst/>
                        <a:latin typeface="Aptos"/>
                        <a:cs typeface="Arial"/>
                      </a:endParaRPr>
                    </a:p>
                    <a:p>
                      <a:pPr lvl="0" algn="l">
                        <a:buNone/>
                      </a:pPr>
                      <a:r>
                        <a:rPr lang="en-US" sz="1200" b="0" i="0" u="none" strike="noStrike" noProof="0">
                          <a:solidFill>
                            <a:srgbClr val="000000"/>
                          </a:solidFill>
                          <a:effectLst/>
                          <a:latin typeface="Aptos"/>
                          <a:cs typeface="Arial"/>
                        </a:rPr>
                        <a:t>Memory : Autoscale (</a:t>
                      </a:r>
                      <a:r>
                        <a:rPr lang="en-US" sz="1200" b="0" i="0" u="none" strike="noStrike" noProof="0">
                          <a:solidFill>
                            <a:srgbClr val="000000"/>
                          </a:solidFill>
                          <a:effectLst/>
                        </a:rPr>
                        <a:t>1 vCore ≈ 3 GB RAM)</a:t>
                      </a:r>
                      <a:endParaRPr lang="en-US" sz="1200" b="0" i="0" u="none" strike="noStrike" noProof="0">
                        <a:solidFill>
                          <a:srgbClr val="000000"/>
                        </a:solidFill>
                        <a:effectLst/>
                        <a:latin typeface="Aptos"/>
                        <a:cs typeface="Arial"/>
                      </a:endParaRPr>
                    </a:p>
                    <a:p>
                      <a:pPr lvl="0" algn="l">
                        <a:buNone/>
                      </a:pPr>
                      <a:r>
                        <a:rPr lang="en-US" sz="1200" b="0" i="0" u="none" strike="noStrike" noProof="0">
                          <a:solidFill>
                            <a:srgbClr val="000000"/>
                          </a:solidFill>
                          <a:effectLst/>
                        </a:rPr>
                        <a:t>Max Storage – 200GB</a:t>
                      </a:r>
                    </a:p>
                    <a:p>
                      <a:pPr lvl="0" algn="l">
                        <a:buNone/>
                      </a:pPr>
                      <a:r>
                        <a:rPr lang="en-US" sz="1200" b="0" i="0" u="none" strike="noStrike" noProof="0">
                          <a:solidFill>
                            <a:srgbClr val="000000"/>
                          </a:solidFill>
                          <a:effectLst/>
                          <a:latin typeface="Aptos"/>
                          <a:cs typeface="Arial"/>
                        </a:rPr>
                        <a:t> </a:t>
                      </a:r>
                      <a:endParaRPr lang="en-US" sz="1200" u="none" strike="noStrike">
                        <a:effectLst/>
                        <a:latin typeface="Aptos"/>
                        <a:cs typeface="Arial"/>
                      </a:endParaRPr>
                    </a:p>
                  </a:txBody>
                  <a:tcPr marL="45720" marR="45720"/>
                </a:tc>
                <a:extLst>
                  <a:ext uri="{0D108BD9-81ED-4DB2-BD59-A6C34878D82A}">
                    <a16:rowId xmlns:a16="http://schemas.microsoft.com/office/drawing/2014/main" val="1940008786"/>
                  </a:ext>
                </a:extLst>
              </a:tr>
              <a:tr h="586312">
                <a:tc>
                  <a:txBody>
                    <a:bodyPr/>
                    <a:lstStyle/>
                    <a:p>
                      <a:pPr algn="l" fontAlgn="t">
                        <a:buNone/>
                      </a:pPr>
                      <a:r>
                        <a:rPr lang="en-US" sz="1200" b="0" u="none" strike="noStrike">
                          <a:effectLst/>
                          <a:latin typeface="Aptos"/>
                          <a:cs typeface="Arial"/>
                        </a:rPr>
                        <a:t>Compute</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dirty="0">
                          <a:effectLst/>
                          <a:latin typeface="Aptos"/>
                          <a:cs typeface="Arial"/>
                        </a:rPr>
                        <a:t>Azure Container Apps</a:t>
                      </a:r>
                      <a:endParaRPr lang="en-US" sz="1200" b="1" i="0" u="none" strike="noStrike" dirty="0">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Zone‑Redundant (ZRS)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Consumption + Dedicated Plan; Linux containers running .NET 10; 2 vCPU(s), 4 GB RAM per replica; min 1, max 3 replicas; Includes autoscaling.</a:t>
                      </a:r>
                      <a:endParaRPr lang="en-US" sz="1200" b="0" i="0" u="none" strike="noStrike">
                        <a:solidFill>
                          <a:srgbClr val="000000"/>
                        </a:solidFill>
                        <a:effectLst/>
                        <a:latin typeface="Aptos"/>
                        <a:cs typeface="Arial"/>
                      </a:endParaRPr>
                    </a:p>
                  </a:txBody>
                  <a:tcPr marL="45720" marR="45720"/>
                </a:tc>
                <a:extLst>
                  <a:ext uri="{0D108BD9-81ED-4DB2-BD59-A6C34878D82A}">
                    <a16:rowId xmlns:a16="http://schemas.microsoft.com/office/drawing/2014/main" val="4092569962"/>
                  </a:ext>
                </a:extLst>
              </a:tr>
              <a:tr h="586312">
                <a:tc>
                  <a:txBody>
                    <a:bodyPr/>
                    <a:lstStyle/>
                    <a:p>
                      <a:pPr algn="l" fontAlgn="t">
                        <a:buNone/>
                      </a:pPr>
                      <a:r>
                        <a:rPr lang="en-US" sz="1200" b="0" u="none" strike="noStrike">
                          <a:effectLst/>
                          <a:latin typeface="Aptos"/>
                          <a:cs typeface="Arial"/>
                        </a:rPr>
                        <a:t>Compute</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rPr>
                        <a:t>Azure Data Factory</a:t>
                      </a:r>
                      <a:endParaRPr lang="en-US" sz="1200" b="1" i="0" u="none" strike="noStrike">
                        <a:solidFill>
                          <a:srgbClr val="000000"/>
                        </a:solidFill>
                        <a:effectLst/>
                        <a:latin typeface="Arial" panose="020B0604020202020204" pitchFamily="34" charset="0"/>
                      </a:endParaRPr>
                    </a:p>
                  </a:txBody>
                  <a:tcPr marL="45720" marR="45720"/>
                </a:tc>
                <a:tc>
                  <a:txBody>
                    <a:bodyPr/>
                    <a:lstStyle/>
                    <a:p>
                      <a:pPr algn="l" fontAlgn="t">
                        <a:buNone/>
                      </a:pPr>
                      <a:r>
                        <a:rPr lang="en-US" sz="1200" u="none" strike="noStrike">
                          <a:effectLst/>
                          <a:latin typeface="Aptos"/>
                          <a:cs typeface="Arial"/>
                        </a:rPr>
                        <a:t>Zone‑Redundant (ZRS)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rPr>
                        <a:t>Azure Data Factory V2 Type, 8vCores,16 </a:t>
                      </a:r>
                      <a:r>
                        <a:rPr lang="en-US" sz="1200" u="none" strike="noStrike" err="1">
                          <a:effectLst/>
                        </a:rPr>
                        <a:t>vCore</a:t>
                      </a:r>
                      <a:endParaRPr lang="en-US" sz="1200" b="0" i="0" u="none" strike="noStrike">
                        <a:solidFill>
                          <a:srgbClr val="000000"/>
                        </a:solidFill>
                        <a:effectLst/>
                        <a:latin typeface="Arial" panose="020B0604020202020204" pitchFamily="34" charset="0"/>
                      </a:endParaRPr>
                    </a:p>
                  </a:txBody>
                  <a:tcPr marL="45720" marR="45720"/>
                </a:tc>
                <a:extLst>
                  <a:ext uri="{0D108BD9-81ED-4DB2-BD59-A6C34878D82A}">
                    <a16:rowId xmlns:a16="http://schemas.microsoft.com/office/drawing/2014/main" val="2324908506"/>
                  </a:ext>
                </a:extLst>
              </a:tr>
              <a:tr h="921347">
                <a:tc>
                  <a:txBody>
                    <a:bodyPr/>
                    <a:lstStyle/>
                    <a:p>
                      <a:pPr algn="l" fontAlgn="t">
                        <a:buNone/>
                      </a:pPr>
                      <a:r>
                        <a:rPr lang="en-US" sz="1200" b="0" u="none" strike="noStrike">
                          <a:effectLst/>
                          <a:latin typeface="Aptos"/>
                          <a:cs typeface="Arial"/>
                        </a:rPr>
                        <a:t>Monitoring</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Monitor</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p>
                  </a:txBody>
                  <a:tcPr marL="45720" marR="45720"/>
                </a:tc>
                <a:tc>
                  <a:txBody>
                    <a:bodyPr/>
                    <a:lstStyle/>
                    <a:p>
                      <a:pPr algn="l" fontAlgn="t">
                        <a:buNone/>
                      </a:pPr>
                      <a:r>
                        <a:rPr lang="en-US" sz="1200" u="none" strike="noStrike" dirty="0">
                          <a:effectLst/>
                          <a:latin typeface="Aptos"/>
                          <a:cs typeface="Arial"/>
                        </a:rPr>
                        <a:t>Azure App Insight</a:t>
                      </a:r>
                      <a:br>
                        <a:rPr lang="en-US" sz="1200" u="none" strike="noStrike" dirty="0">
                          <a:effectLst/>
                          <a:latin typeface="Aptos"/>
                          <a:cs typeface="Arial"/>
                        </a:rPr>
                      </a:br>
                      <a:r>
                        <a:rPr lang="en-US" sz="1200" u="none" strike="noStrike" dirty="0">
                          <a:effectLst/>
                          <a:latin typeface="Aptos"/>
                          <a:cs typeface="Arial"/>
                        </a:rPr>
                        <a:t> Application Insights: 1 GB Daily Analytics logs ingested, 3 months Data retention, 1 Standard Web Test, 5 Minutes Execution frequency, Executing for 730 hours; </a:t>
                      </a:r>
                      <a:endParaRPr lang="en-US" sz="1200" b="0" i="0" u="none" strike="noStrike" dirty="0">
                        <a:solidFill>
                          <a:srgbClr val="000000"/>
                        </a:solidFill>
                        <a:effectLst/>
                        <a:latin typeface="Aptos"/>
                        <a:cs typeface="Arial"/>
                      </a:endParaRPr>
                    </a:p>
                  </a:txBody>
                  <a:tcPr marL="45720" marR="45720"/>
                </a:tc>
                <a:extLst>
                  <a:ext uri="{0D108BD9-81ED-4DB2-BD59-A6C34878D82A}">
                    <a16:rowId xmlns:a16="http://schemas.microsoft.com/office/drawing/2014/main" val="1033332959"/>
                  </a:ext>
                </a:extLst>
              </a:tr>
              <a:tr h="404053">
                <a:tc>
                  <a:txBody>
                    <a:bodyPr/>
                    <a:lstStyle/>
                    <a:p>
                      <a:pPr algn="l" fontAlgn="t">
                        <a:buNone/>
                      </a:pPr>
                      <a:r>
                        <a:rPr lang="en-US" sz="1200" b="0" u="none" strike="noStrike">
                          <a:effectLst/>
                          <a:latin typeface="Aptos"/>
                          <a:cs typeface="Arial"/>
                        </a:rPr>
                        <a:t>Security</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Key Vault</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p>
                  </a:txBody>
                  <a:tcPr marL="45720" marR="45720"/>
                </a:tc>
                <a:tc>
                  <a:txBody>
                    <a:bodyPr/>
                    <a:lstStyle/>
                    <a:p>
                      <a:pPr algn="l" fontAlgn="t">
                        <a:buNone/>
                      </a:pPr>
                      <a:r>
                        <a:rPr lang="en-US" sz="1200" b="0" u="none" strike="noStrike">
                          <a:effectLst/>
                          <a:latin typeface="Aptos"/>
                          <a:cs typeface="Arial"/>
                        </a:rPr>
                        <a:t>100-200 TPS</a:t>
                      </a:r>
                      <a:endParaRPr lang="en-US" sz="1200" b="0" i="0" u="none" strike="noStrike">
                        <a:solidFill>
                          <a:srgbClr val="000000"/>
                        </a:solidFill>
                        <a:effectLst/>
                        <a:latin typeface="Aptos"/>
                        <a:cs typeface="Arial"/>
                      </a:endParaRPr>
                    </a:p>
                  </a:txBody>
                  <a:tcPr marL="45720" marR="45720"/>
                </a:tc>
                <a:extLst>
                  <a:ext uri="{0D108BD9-81ED-4DB2-BD59-A6C34878D82A}">
                    <a16:rowId xmlns:a16="http://schemas.microsoft.com/office/drawing/2014/main" val="3197406555"/>
                  </a:ext>
                </a:extLst>
              </a:tr>
              <a:tr h="753829">
                <a:tc>
                  <a:txBody>
                    <a:bodyPr/>
                    <a:lstStyle/>
                    <a:p>
                      <a:pPr algn="l" fontAlgn="t">
                        <a:buNone/>
                      </a:pPr>
                      <a:r>
                        <a:rPr lang="en-US" sz="1200" b="0" u="none" strike="noStrike">
                          <a:effectLst/>
                          <a:latin typeface="Aptos"/>
                          <a:cs typeface="Arial"/>
                        </a:rPr>
                        <a:t>Networking</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Private Endpoints</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dirty="0">
                          <a:effectLst/>
                          <a:latin typeface="Aptos"/>
                          <a:cs typeface="Arial"/>
                        </a:rPr>
                        <a:t>3 in total .</a:t>
                      </a:r>
                      <a:br>
                        <a:rPr lang="en-US" sz="1200" u="none" strike="noStrike" dirty="0">
                          <a:effectLst/>
                          <a:latin typeface="Aptos"/>
                          <a:cs typeface="Arial"/>
                        </a:rPr>
                      </a:br>
                      <a:r>
                        <a:rPr lang="en-US" sz="1200" u="none" strike="noStrike" dirty="0">
                          <a:effectLst/>
                          <a:latin typeface="Aptos"/>
                          <a:cs typeface="Arial"/>
                        </a:rPr>
                        <a:t>1 Endpoints X 730 Hours, 100 GB Outbound data processed, 100 GB Inbound data processed</a:t>
                      </a:r>
                      <a:endParaRPr lang="en-US" sz="1200" b="0" i="0" u="none" strike="noStrike" dirty="0">
                        <a:solidFill>
                          <a:srgbClr val="000000"/>
                        </a:solidFill>
                        <a:effectLst/>
                        <a:latin typeface="Aptos"/>
                        <a:cs typeface="Arial"/>
                      </a:endParaRPr>
                    </a:p>
                  </a:txBody>
                  <a:tcPr marL="45720" marR="45720"/>
                </a:tc>
                <a:extLst>
                  <a:ext uri="{0D108BD9-81ED-4DB2-BD59-A6C34878D82A}">
                    <a16:rowId xmlns:a16="http://schemas.microsoft.com/office/drawing/2014/main" val="1718514503"/>
                  </a:ext>
                </a:extLst>
              </a:tr>
            </a:tbl>
          </a:graphicData>
        </a:graphic>
      </p:graphicFrame>
    </p:spTree>
    <p:extLst>
      <p:ext uri="{BB962C8B-B14F-4D97-AF65-F5344CB8AC3E}">
        <p14:creationId xmlns:p14="http://schemas.microsoft.com/office/powerpoint/2010/main" val="370891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EC2F-8F15-9634-30D1-367303525510}"/>
              </a:ext>
            </a:extLst>
          </p:cNvPr>
          <p:cNvSpPr>
            <a:spLocks noGrp="1"/>
          </p:cNvSpPr>
          <p:nvPr>
            <p:ph type="title"/>
          </p:nvPr>
        </p:nvSpPr>
        <p:spPr>
          <a:xfrm>
            <a:off x="228600" y="628144"/>
            <a:ext cx="10515600" cy="548484"/>
          </a:xfrm>
        </p:spPr>
        <p:txBody>
          <a:bodyPr vert="horz" lIns="91440" tIns="45720" rIns="91440" bIns="45720" rtlCol="0" anchor="b" anchorCtr="0">
            <a:normAutofit/>
          </a:bodyPr>
          <a:lstStyle/>
          <a:p>
            <a:r>
              <a:rPr lang="en-US"/>
              <a:t>Technology Mapping : </a:t>
            </a:r>
            <a:r>
              <a:rPr lang="en-IN"/>
              <a:t>AS-IS vs TO-BE</a:t>
            </a:r>
          </a:p>
        </p:txBody>
      </p:sp>
      <p:sp>
        <p:nvSpPr>
          <p:cNvPr id="5" name="Slide Number Placeholder 4">
            <a:extLst>
              <a:ext uri="{FF2B5EF4-FFF2-40B4-BE49-F238E27FC236}">
                <a16:creationId xmlns:a16="http://schemas.microsoft.com/office/drawing/2014/main" id="{E0A815D7-928E-CCE6-1793-0CE5FF2258BE}"/>
              </a:ext>
            </a:extLst>
          </p:cNvPr>
          <p:cNvSpPr>
            <a:spLocks noGrp="1"/>
          </p:cNvSpPr>
          <p:nvPr>
            <p:ph type="sldNum" sz="quarter" idx="12"/>
          </p:nvPr>
        </p:nvSpPr>
        <p:spPr/>
        <p:txBody>
          <a:bodyPr/>
          <a:lstStyle/>
          <a:p>
            <a:fld id="{D54A9EDB-8E49-45DA-B8F1-10D42A336BCA}" type="slidenum">
              <a:rPr lang="en-GB" smtClean="0"/>
              <a:t>22</a:t>
            </a:fld>
            <a:endParaRPr lang="en-GB"/>
          </a:p>
        </p:txBody>
      </p:sp>
      <p:graphicFrame>
        <p:nvGraphicFramePr>
          <p:cNvPr id="6" name="Table 2">
            <a:extLst>
              <a:ext uri="{FF2B5EF4-FFF2-40B4-BE49-F238E27FC236}">
                <a16:creationId xmlns:a16="http://schemas.microsoft.com/office/drawing/2014/main" id="{6F867FF0-DDAE-D9BC-8DD9-981BCD698CB0}"/>
              </a:ext>
            </a:extLst>
          </p:cNvPr>
          <p:cNvGraphicFramePr>
            <a:graphicFrameLocks noGrp="1"/>
          </p:cNvGraphicFramePr>
          <p:nvPr>
            <p:extLst>
              <p:ext uri="{D42A27DB-BD31-4B8C-83A1-F6EECF244321}">
                <p14:modId xmlns:p14="http://schemas.microsoft.com/office/powerpoint/2010/main" val="3870765531"/>
              </p:ext>
            </p:extLst>
          </p:nvPr>
        </p:nvGraphicFramePr>
        <p:xfrm>
          <a:off x="312038" y="1404747"/>
          <a:ext cx="10889363" cy="4410413"/>
        </p:xfrm>
        <a:graphic>
          <a:graphicData uri="http://schemas.openxmlformats.org/drawingml/2006/table">
            <a:tbl>
              <a:tblPr firstRow="1" bandRow="1">
                <a:tableStyleId>{5C22544A-7EE6-4342-B048-85BDC9FD1C3A}</a:tableStyleId>
              </a:tblPr>
              <a:tblGrid>
                <a:gridCol w="1391558">
                  <a:extLst>
                    <a:ext uri="{9D8B030D-6E8A-4147-A177-3AD203B41FA5}">
                      <a16:colId xmlns:a16="http://schemas.microsoft.com/office/drawing/2014/main" val="3346951127"/>
                    </a:ext>
                  </a:extLst>
                </a:gridCol>
                <a:gridCol w="2473532">
                  <a:extLst>
                    <a:ext uri="{9D8B030D-6E8A-4147-A177-3AD203B41FA5}">
                      <a16:colId xmlns:a16="http://schemas.microsoft.com/office/drawing/2014/main" val="348134959"/>
                    </a:ext>
                  </a:extLst>
                </a:gridCol>
                <a:gridCol w="2672829">
                  <a:extLst>
                    <a:ext uri="{9D8B030D-6E8A-4147-A177-3AD203B41FA5}">
                      <a16:colId xmlns:a16="http://schemas.microsoft.com/office/drawing/2014/main" val="3789385906"/>
                    </a:ext>
                  </a:extLst>
                </a:gridCol>
                <a:gridCol w="4351444">
                  <a:extLst>
                    <a:ext uri="{9D8B030D-6E8A-4147-A177-3AD203B41FA5}">
                      <a16:colId xmlns:a16="http://schemas.microsoft.com/office/drawing/2014/main" val="1947301519"/>
                    </a:ext>
                  </a:extLst>
                </a:gridCol>
              </a:tblGrid>
              <a:tr h="268645">
                <a:tc>
                  <a:txBody>
                    <a:bodyPr/>
                    <a:lstStyle/>
                    <a:p>
                      <a:r>
                        <a:rPr lang="en-US" sz="1200" dirty="0"/>
                        <a:t>Tech Stack</a:t>
                      </a:r>
                      <a:endParaRPr lang="en-IN" sz="1200" dirty="0"/>
                    </a:p>
                  </a:txBody>
                  <a:tcPr/>
                </a:tc>
                <a:tc>
                  <a:txBody>
                    <a:bodyPr/>
                    <a:lstStyle/>
                    <a:p>
                      <a:r>
                        <a:rPr lang="en-IN" sz="1200"/>
                        <a:t>AS-IS Technology Stack</a:t>
                      </a:r>
                    </a:p>
                  </a:txBody>
                  <a:tcPr/>
                </a:tc>
                <a:tc>
                  <a:txBody>
                    <a:bodyPr/>
                    <a:lstStyle/>
                    <a:p>
                      <a:r>
                        <a:rPr lang="en-IN" sz="1200"/>
                        <a:t>TO-BE Technology Stack</a:t>
                      </a:r>
                    </a:p>
                  </a:txBody>
                  <a:tcPr/>
                </a:tc>
                <a:tc>
                  <a:txBody>
                    <a:bodyPr/>
                    <a:lstStyle/>
                    <a:p>
                      <a:r>
                        <a:rPr lang="en-US" sz="1200"/>
                        <a:t>Remarks</a:t>
                      </a:r>
                      <a:endParaRPr lang="en-IN" sz="1200"/>
                    </a:p>
                  </a:txBody>
                  <a:tcPr/>
                </a:tc>
                <a:extLst>
                  <a:ext uri="{0D108BD9-81ED-4DB2-BD59-A6C34878D82A}">
                    <a16:rowId xmlns:a16="http://schemas.microsoft.com/office/drawing/2014/main" val="3558502015"/>
                  </a:ext>
                </a:extLst>
              </a:tr>
              <a:tr h="636739">
                <a:tc>
                  <a:txBody>
                    <a:bodyPr/>
                    <a:lstStyle/>
                    <a:p>
                      <a:pPr marL="0" algn="l" defTabSz="685800" rtl="0" eaLnBrk="1" latinLnBrk="0" hangingPunct="1"/>
                      <a:r>
                        <a:rPr lang="en-US" sz="1200" kern="1200">
                          <a:solidFill>
                            <a:schemeClr val="tx1"/>
                          </a:solidFill>
                          <a:latin typeface="Aptos"/>
                          <a:ea typeface="+mn-ea"/>
                          <a:cs typeface="+mn-cs"/>
                        </a:rPr>
                        <a:t>Technology Framework</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Microsoft .NET 4.0</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ptos"/>
                          <a:ea typeface="+mn-ea"/>
                          <a:cs typeface="+mn-cs"/>
                        </a:rPr>
                        <a:t>Microsoft .NET 10</a:t>
                      </a:r>
                    </a:p>
                  </a:txBody>
                  <a:tcPr anchor="ctr"/>
                </a:tc>
                <a:tc>
                  <a:txBody>
                    <a:bodyPr/>
                    <a:lstStyle/>
                    <a:p>
                      <a:pPr marL="0" algn="l" defTabSz="685800" rtl="0" eaLnBrk="1" latinLnBrk="0" hangingPunct="1"/>
                      <a:r>
                        <a:rPr lang="en-US" sz="1200" kern="1200">
                          <a:solidFill>
                            <a:schemeClr val="tx1"/>
                          </a:solidFill>
                          <a:latin typeface="Aptos"/>
                          <a:ea typeface="+mn-ea"/>
                          <a:cs typeface="+mn-cs"/>
                        </a:rPr>
                        <a:t>Aligned with Microsoft Tech Stack, and in-line with Defra’s approved technology.</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0"/>
                  </a:ext>
                </a:extLst>
              </a:tr>
              <a:tr h="540000">
                <a:tc>
                  <a:txBody>
                    <a:bodyPr/>
                    <a:lstStyle/>
                    <a:p>
                      <a:pPr marL="0" algn="l" defTabSz="685800" rtl="0" eaLnBrk="1" latinLnBrk="0" hangingPunct="1"/>
                      <a:r>
                        <a:rPr lang="en-US" sz="1200" kern="1200">
                          <a:solidFill>
                            <a:schemeClr val="tx1"/>
                          </a:solidFill>
                          <a:latin typeface="Aptos"/>
                          <a:ea typeface="+mn-ea"/>
                          <a:cs typeface="+mn-cs"/>
                        </a:rPr>
                        <a:t>Programming Language</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VB.NET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ptos"/>
                          <a:ea typeface="+mn-ea"/>
                          <a:cs typeface="+mn-cs"/>
                        </a:rPr>
                        <a:t>C#</a:t>
                      </a:r>
                    </a:p>
                  </a:txBody>
                  <a:tcPr anchor="ctr"/>
                </a:tc>
                <a:tc>
                  <a:txBody>
                    <a:bodyPr/>
                    <a:lstStyle/>
                    <a:p>
                      <a:pPr marL="0" algn="l" defTabSz="685800" rtl="0" eaLnBrk="1" latinLnBrk="0" hangingPunct="1"/>
                      <a:r>
                        <a:rPr lang="en-US" sz="1200" kern="1200">
                          <a:solidFill>
                            <a:schemeClr val="tx1"/>
                          </a:solidFill>
                          <a:latin typeface="Aptos"/>
                          <a:ea typeface="+mn-ea"/>
                          <a:cs typeface="+mn-cs"/>
                        </a:rPr>
                        <a:t>Modernisation from VB.NET to C# improves maintainability, performance, and aligns with Defra’s approved technology stack.</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1"/>
                  </a:ext>
                </a:extLst>
              </a:tr>
              <a:tr h="540000">
                <a:tc>
                  <a:txBody>
                    <a:bodyPr/>
                    <a:lstStyle/>
                    <a:p>
                      <a:pPr marL="0" algn="l" defTabSz="685800" rtl="0" eaLnBrk="1" latinLnBrk="0" hangingPunct="1"/>
                      <a:r>
                        <a:rPr lang="en-US" sz="1200" kern="1200">
                          <a:solidFill>
                            <a:schemeClr val="tx1"/>
                          </a:solidFill>
                          <a:latin typeface="Aptos"/>
                          <a:ea typeface="+mn-ea"/>
                          <a:cs typeface="+mn-cs"/>
                        </a:rPr>
                        <a:t>Web Framework</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ASP.NET Web Forms</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ASP.NET Core Razor Pages</a:t>
                      </a:r>
                    </a:p>
                  </a:txBody>
                  <a:tcPr anchor="ctr"/>
                </a:tc>
                <a:tc>
                  <a:txBody>
                    <a:bodyPr/>
                    <a:lstStyle/>
                    <a:p>
                      <a:pPr marL="0" algn="l" defTabSz="685800" rtl="0" eaLnBrk="1" latinLnBrk="0" hangingPunct="1"/>
                      <a:r>
                        <a:rPr lang="en-US" sz="1200" kern="1200" dirty="0">
                          <a:solidFill>
                            <a:schemeClr val="tx1"/>
                          </a:solidFill>
                          <a:latin typeface="Aptos"/>
                          <a:ea typeface="+mn-ea"/>
                          <a:cs typeface="+mn-cs"/>
                        </a:rPr>
                        <a:t>Migration from legacy Web Forms to ASP.NET Core Razor Pages enables improved performance, testability, cross-platform support, and modern cloud-native deployment.</a:t>
                      </a:r>
                      <a:endParaRPr lang="en-IN" sz="1200" kern="1200" dirty="0">
                        <a:solidFill>
                          <a:schemeClr val="tx1"/>
                        </a:solidFill>
                        <a:latin typeface="Aptos"/>
                        <a:ea typeface="+mn-ea"/>
                        <a:cs typeface="+mn-cs"/>
                      </a:endParaRPr>
                    </a:p>
                  </a:txBody>
                  <a:tcPr anchor="ctr"/>
                </a:tc>
                <a:extLst>
                  <a:ext uri="{0D108BD9-81ED-4DB2-BD59-A6C34878D82A}">
                    <a16:rowId xmlns:a16="http://schemas.microsoft.com/office/drawing/2014/main" val="1698716162"/>
                  </a:ext>
                </a:extLst>
              </a:tr>
              <a:tr h="540000">
                <a:tc>
                  <a:txBody>
                    <a:bodyPr/>
                    <a:lstStyle/>
                    <a:p>
                      <a:pPr marL="0" algn="l" defTabSz="685800" rtl="0" eaLnBrk="1" latinLnBrk="0" hangingPunct="1"/>
                      <a:r>
                        <a:rPr lang="en-US" sz="1200" kern="1200">
                          <a:solidFill>
                            <a:schemeClr val="tx1"/>
                          </a:solidFill>
                          <a:latin typeface="Aptos"/>
                          <a:ea typeface="+mn-ea"/>
                          <a:cs typeface="+mn-cs"/>
                        </a:rPr>
                        <a:t>Application Hosting</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Windows Server 2016 / IIS</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Linux Containers (Azure Container Apps)</a:t>
                      </a:r>
                    </a:p>
                  </a:txBody>
                  <a:tcPr anchor="ctr"/>
                </a:tc>
                <a:tc>
                  <a:txBody>
                    <a:bodyPr/>
                    <a:lstStyle/>
                    <a:p>
                      <a:pPr marL="0" algn="l" defTabSz="685800" rtl="0" eaLnBrk="1" latinLnBrk="0" hangingPunct="1"/>
                      <a:r>
                        <a:rPr lang="en-US" sz="1200" kern="1200">
                          <a:solidFill>
                            <a:schemeClr val="tx1"/>
                          </a:solidFill>
                          <a:latin typeface="Aptos"/>
                          <a:ea typeface="+mn-ea"/>
                          <a:cs typeface="+mn-cs"/>
                        </a:rPr>
                        <a:t>Containerised deployment on Azure aligns with Defra’s cloud-first strategy, providing scalability, portability, and cross-platform support on Linux.</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3"/>
                  </a:ext>
                </a:extLst>
              </a:tr>
              <a:tr h="647178">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Database </a:t>
                      </a:r>
                      <a:endParaRPr lang="en-GB" sz="1200" kern="100">
                        <a:effectLst/>
                        <a:latin typeface="Aptos"/>
                        <a:ea typeface="Aptos" panose="020B0004020202020204" pitchFamily="34" charset="0"/>
                        <a:cs typeface="Times New Roman"/>
                      </a:endParaRPr>
                    </a:p>
                  </a:txBody>
                  <a:tcPr/>
                </a:tc>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Microsoft SQL Server 2022</a:t>
                      </a:r>
                      <a:endParaRPr lang="en-GB" sz="1200" kern="100">
                        <a:effectLst/>
                        <a:latin typeface="Aptos"/>
                        <a:ea typeface="Aptos" panose="020B0004020202020204" pitchFamily="34" charset="0"/>
                        <a:cs typeface="Times New Roman"/>
                      </a:endParaRPr>
                    </a:p>
                  </a:txBody>
                  <a:tcPr marL="68580" marR="68580" marT="9525" marB="0"/>
                </a:tc>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Azure  SQL Database</a:t>
                      </a:r>
                      <a:endParaRPr lang="en-GB" sz="1200" kern="100">
                        <a:effectLst/>
                        <a:latin typeface="Aptos"/>
                        <a:ea typeface="Aptos" panose="020B0004020202020204" pitchFamily="34" charset="0"/>
                        <a:cs typeface="Times New Roman"/>
                      </a:endParaRPr>
                    </a:p>
                  </a:txBody>
                  <a:tcPr marL="68580" marR="68580" marT="9525" marB="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Aligned with Microsoft Tech Stack, and in-line with Defra’s approved technology.</a:t>
                      </a:r>
                      <a:endParaRPr lang="en-IN" sz="1200" kern="1200">
                        <a:solidFill>
                          <a:schemeClr val="tx1"/>
                        </a:solidFill>
                        <a:latin typeface="Aptos"/>
                        <a:ea typeface="+mn-ea"/>
                        <a:cs typeface="+mn-cs"/>
                      </a:endParaRPr>
                    </a:p>
                    <a:p>
                      <a:pPr marL="0" algn="l" defTabSz="685800" rtl="0" eaLnBrk="1" latinLnBrk="0" hangingPunct="1"/>
                      <a:endParaRPr lang="en-IN" sz="1200" kern="1200">
                        <a:solidFill>
                          <a:schemeClr val="tx1"/>
                        </a:solidFill>
                        <a:latin typeface="Aptos"/>
                        <a:ea typeface="+mn-ea"/>
                        <a:cs typeface="+mn-cs"/>
                      </a:endParaRPr>
                    </a:p>
                  </a:txBody>
                  <a:tcPr marL="68580" marR="68580" marT="0" marB="0"/>
                </a:tc>
                <a:extLst>
                  <a:ext uri="{0D108BD9-81ED-4DB2-BD59-A6C34878D82A}">
                    <a16:rowId xmlns:a16="http://schemas.microsoft.com/office/drawing/2014/main" val="2276933521"/>
                  </a:ext>
                </a:extLst>
              </a:tr>
              <a:tr h="657616">
                <a:tc>
                  <a:txBody>
                    <a:bodyPr/>
                    <a:lstStyle/>
                    <a:p>
                      <a:r>
                        <a:rPr lang="en-IN" sz="1200">
                          <a:latin typeface="Aptos"/>
                        </a:rPr>
                        <a:t>Deployment</a:t>
                      </a:r>
                    </a:p>
                  </a:txBody>
                  <a:tcPr/>
                </a:tc>
                <a:tc>
                  <a:txBody>
                    <a:bodyPr/>
                    <a:lstStyle/>
                    <a:p>
                      <a:r>
                        <a:rPr lang="en-IN" sz="1200">
                          <a:latin typeface="Aptos"/>
                        </a:rPr>
                        <a:t>Manual IIS deployment</a:t>
                      </a:r>
                    </a:p>
                  </a:txBody>
                  <a:tcPr/>
                </a:tc>
                <a:tc>
                  <a:txBody>
                    <a:bodyPr/>
                    <a:lstStyle/>
                    <a:p>
                      <a:r>
                        <a:rPr lang="en-IN" sz="1200" kern="1200" dirty="0">
                          <a:solidFill>
                            <a:schemeClr val="dk1"/>
                          </a:solidFill>
                          <a:latin typeface="Aptos"/>
                          <a:ea typeface="+mn-ea"/>
                          <a:cs typeface="+mn-cs"/>
                        </a:rPr>
                        <a:t>Azure DevOps CI/CD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Aptos"/>
                          <a:ea typeface="+mn-ea"/>
                          <a:cs typeface="+mn-cs"/>
                        </a:rPr>
                        <a:t>Aligned with </a:t>
                      </a:r>
                      <a:r>
                        <a:rPr lang="en-US" sz="1200" kern="1200">
                          <a:solidFill>
                            <a:schemeClr val="tx1"/>
                          </a:solidFill>
                          <a:latin typeface="Aptos"/>
                          <a:ea typeface="+mn-ea"/>
                          <a:cs typeface="+mn-cs"/>
                        </a:rPr>
                        <a:t>Defra’s approved DevOps practice.</a:t>
                      </a:r>
                      <a:endParaRPr lang="en-IN" sz="1200" kern="1200">
                        <a:solidFill>
                          <a:schemeClr val="tx1"/>
                        </a:solidFill>
                        <a:latin typeface="Aptos"/>
                        <a:ea typeface="+mn-ea"/>
                        <a:cs typeface="+mn-cs"/>
                      </a:endParaRPr>
                    </a:p>
                    <a:p>
                      <a:endParaRPr lang="en-IN" sz="1200" kern="1200">
                        <a:solidFill>
                          <a:schemeClr val="dk1"/>
                        </a:solidFill>
                        <a:latin typeface="Aptos"/>
                        <a:ea typeface="+mn-ea"/>
                        <a:cs typeface="+mn-cs"/>
                      </a:endParaRPr>
                    </a:p>
                  </a:txBody>
                  <a:tcPr/>
                </a:tc>
                <a:extLst>
                  <a:ext uri="{0D108BD9-81ED-4DB2-BD59-A6C34878D82A}">
                    <a16:rowId xmlns:a16="http://schemas.microsoft.com/office/drawing/2014/main" val="4139850891"/>
                  </a:ext>
                </a:extLst>
              </a:tr>
              <a:tr h="233759">
                <a:tc>
                  <a:txBody>
                    <a:bodyPr/>
                    <a:lstStyle/>
                    <a:p>
                      <a:r>
                        <a:rPr lang="en-IN" sz="1200">
                          <a:latin typeface="Aptos"/>
                        </a:rPr>
                        <a:t>Code Repository</a:t>
                      </a:r>
                    </a:p>
                  </a:txBody>
                  <a:tcPr/>
                </a:tc>
                <a:tc>
                  <a:txBody>
                    <a:bodyPr/>
                    <a:lstStyle/>
                    <a:p>
                      <a:r>
                        <a:rPr lang="en-IN" sz="1200" dirty="0">
                          <a:latin typeface="Aptos"/>
                        </a:rPr>
                        <a:t>Civica managed </a:t>
                      </a:r>
                    </a:p>
                  </a:txBody>
                  <a:tcPr/>
                </a:tc>
                <a:tc>
                  <a:txBody>
                    <a:bodyPr/>
                    <a:lstStyle/>
                    <a:p>
                      <a:r>
                        <a:rPr lang="en-IN" sz="1200" kern="1200" dirty="0">
                          <a:solidFill>
                            <a:schemeClr val="dk1"/>
                          </a:solidFill>
                          <a:latin typeface="Aptos"/>
                          <a:ea typeface="+mn-ea"/>
                          <a:cs typeface="+mn-cs"/>
                        </a:rPr>
                        <a:t>Azure DevOps Repo(GitHub)</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Aptos"/>
                          <a:ea typeface="+mn-ea"/>
                          <a:cs typeface="+mn-cs"/>
                        </a:rPr>
                        <a:t>Aligned with </a:t>
                      </a:r>
                      <a:r>
                        <a:rPr lang="en-US" sz="1200" kern="1200" dirty="0">
                          <a:solidFill>
                            <a:schemeClr val="tx1"/>
                          </a:solidFill>
                          <a:latin typeface="Aptos"/>
                          <a:ea typeface="+mn-ea"/>
                          <a:cs typeface="+mn-cs"/>
                        </a:rPr>
                        <a:t>Defra’s standards practice.</a:t>
                      </a:r>
                      <a:endParaRPr lang="en-IN" sz="1200" kern="1200" dirty="0">
                        <a:solidFill>
                          <a:schemeClr val="tx1"/>
                        </a:solidFill>
                        <a:latin typeface="Aptos"/>
                        <a:ea typeface="+mn-ea"/>
                        <a:cs typeface="+mn-cs"/>
                      </a:endParaRPr>
                    </a:p>
                  </a:txBody>
                  <a:tcPr/>
                </a:tc>
                <a:extLst>
                  <a:ext uri="{0D108BD9-81ED-4DB2-BD59-A6C34878D82A}">
                    <a16:rowId xmlns:a16="http://schemas.microsoft.com/office/drawing/2014/main" val="2611650743"/>
                  </a:ext>
                </a:extLst>
              </a:tr>
            </a:tbl>
          </a:graphicData>
        </a:graphic>
      </p:graphicFrame>
    </p:spTree>
    <p:extLst>
      <p:ext uri="{BB962C8B-B14F-4D97-AF65-F5344CB8AC3E}">
        <p14:creationId xmlns:p14="http://schemas.microsoft.com/office/powerpoint/2010/main" val="190616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5980-3741-4BAF-E5F6-E8CBB695FFB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6CD1E3-17C3-CF84-D735-DB6A0BBACFF9}"/>
              </a:ext>
            </a:extLst>
          </p:cNvPr>
          <p:cNvSpPr>
            <a:spLocks noGrp="1"/>
          </p:cNvSpPr>
          <p:nvPr>
            <p:ph type="title"/>
          </p:nvPr>
        </p:nvSpPr>
        <p:spPr>
          <a:xfrm>
            <a:off x="421229" y="195263"/>
            <a:ext cx="10442575" cy="470898"/>
          </a:xfrm>
        </p:spPr>
        <p:txBody>
          <a:bodyPr/>
          <a:lstStyle/>
          <a:p>
            <a:r>
              <a:rPr lang="en-GB"/>
              <a:t>Architecture Future State</a:t>
            </a:r>
          </a:p>
        </p:txBody>
      </p:sp>
      <p:sp>
        <p:nvSpPr>
          <p:cNvPr id="7" name="Text Placeholder 6">
            <a:extLst>
              <a:ext uri="{FF2B5EF4-FFF2-40B4-BE49-F238E27FC236}">
                <a16:creationId xmlns:a16="http://schemas.microsoft.com/office/drawing/2014/main" id="{C0D88CC2-C06F-C750-6045-470D5A61D4E8}"/>
              </a:ext>
            </a:extLst>
          </p:cNvPr>
          <p:cNvSpPr>
            <a:spLocks noGrp="1"/>
          </p:cNvSpPr>
          <p:nvPr>
            <p:ph type="body" sz="quarter" idx="24"/>
          </p:nvPr>
        </p:nvSpPr>
        <p:spPr>
          <a:xfrm>
            <a:off x="421228" y="684622"/>
            <a:ext cx="10442575" cy="338554"/>
          </a:xfrm>
        </p:spPr>
        <p:txBody>
          <a:bodyPr/>
          <a:lstStyle/>
          <a:p>
            <a:r>
              <a:rPr lang="en-GB" sz="1600"/>
              <a:t>High Level To-Be: Deployment Architecture</a:t>
            </a:r>
          </a:p>
        </p:txBody>
      </p:sp>
      <p:pic>
        <p:nvPicPr>
          <p:cNvPr id="2" name="Picture 1">
            <a:extLst>
              <a:ext uri="{FF2B5EF4-FFF2-40B4-BE49-F238E27FC236}">
                <a16:creationId xmlns:a16="http://schemas.microsoft.com/office/drawing/2014/main" id="{3E481A52-2831-CD1B-887B-AD0CBAC5D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356" y="1041637"/>
            <a:ext cx="10442575" cy="5326101"/>
          </a:xfrm>
          <a:prstGeom prst="rect">
            <a:avLst/>
          </a:prstGeom>
        </p:spPr>
      </p:pic>
    </p:spTree>
    <p:extLst>
      <p:ext uri="{BB962C8B-B14F-4D97-AF65-F5344CB8AC3E}">
        <p14:creationId xmlns:p14="http://schemas.microsoft.com/office/powerpoint/2010/main" val="3864936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0B58-EBD6-DDAA-AEE3-40E4A260B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7957B-F1DB-810A-7C2B-ED98AE47E0D0}"/>
              </a:ext>
            </a:extLst>
          </p:cNvPr>
          <p:cNvSpPr>
            <a:spLocks noGrp="1"/>
          </p:cNvSpPr>
          <p:nvPr>
            <p:ph type="title"/>
          </p:nvPr>
        </p:nvSpPr>
        <p:spPr/>
        <p:txBody>
          <a:bodyPr/>
          <a:lstStyle/>
          <a:p>
            <a:r>
              <a:rPr lang="en-GB"/>
              <a:t>Alignment to LAP Success Criteria</a:t>
            </a:r>
          </a:p>
        </p:txBody>
      </p:sp>
      <p:sp>
        <p:nvSpPr>
          <p:cNvPr id="3" name="Text Placeholder 2">
            <a:extLst>
              <a:ext uri="{FF2B5EF4-FFF2-40B4-BE49-F238E27FC236}">
                <a16:creationId xmlns:a16="http://schemas.microsoft.com/office/drawing/2014/main" id="{26CD5E5D-017B-6968-22A2-37D342A88D18}"/>
              </a:ext>
            </a:extLst>
          </p:cNvPr>
          <p:cNvSpPr>
            <a:spLocks noGrp="1"/>
          </p:cNvSpPr>
          <p:nvPr>
            <p:ph type="body" sz="quarter" idx="24"/>
          </p:nvPr>
        </p:nvSpPr>
        <p:spPr>
          <a:xfrm>
            <a:off x="874713" y="980880"/>
            <a:ext cx="10442575" cy="369332"/>
          </a:xfrm>
        </p:spPr>
        <p:txBody>
          <a:bodyPr/>
          <a:lstStyle/>
          <a:p>
            <a:r>
              <a:rPr lang="en-GB"/>
              <a:t>Alignment to Architectural To-Be</a:t>
            </a:r>
          </a:p>
        </p:txBody>
      </p:sp>
      <p:graphicFrame>
        <p:nvGraphicFramePr>
          <p:cNvPr id="4" name="Table 3">
            <a:extLst>
              <a:ext uri="{FF2B5EF4-FFF2-40B4-BE49-F238E27FC236}">
                <a16:creationId xmlns:a16="http://schemas.microsoft.com/office/drawing/2014/main" id="{74EA8422-480F-FAED-7B09-E9BB26C9DDC5}"/>
              </a:ext>
            </a:extLst>
          </p:cNvPr>
          <p:cNvGraphicFramePr>
            <a:graphicFrameLocks noGrp="1"/>
          </p:cNvGraphicFramePr>
          <p:nvPr>
            <p:extLst>
              <p:ext uri="{D42A27DB-BD31-4B8C-83A1-F6EECF244321}">
                <p14:modId xmlns:p14="http://schemas.microsoft.com/office/powerpoint/2010/main" val="1523192257"/>
              </p:ext>
            </p:extLst>
          </p:nvPr>
        </p:nvGraphicFramePr>
        <p:xfrm>
          <a:off x="874712" y="1307093"/>
          <a:ext cx="10954735" cy="3989453"/>
        </p:xfrm>
        <a:graphic>
          <a:graphicData uri="http://schemas.openxmlformats.org/drawingml/2006/table">
            <a:tbl>
              <a:tblPr firstRow="1" bandRow="1">
                <a:tableStyleId>{5C22544A-7EE6-4342-B048-85BDC9FD1C3A}</a:tableStyleId>
              </a:tblPr>
              <a:tblGrid>
                <a:gridCol w="1454601">
                  <a:extLst>
                    <a:ext uri="{9D8B030D-6E8A-4147-A177-3AD203B41FA5}">
                      <a16:colId xmlns:a16="http://schemas.microsoft.com/office/drawing/2014/main" val="3996996170"/>
                    </a:ext>
                  </a:extLst>
                </a:gridCol>
                <a:gridCol w="943275">
                  <a:extLst>
                    <a:ext uri="{9D8B030D-6E8A-4147-A177-3AD203B41FA5}">
                      <a16:colId xmlns:a16="http://schemas.microsoft.com/office/drawing/2014/main" val="2309785200"/>
                    </a:ext>
                  </a:extLst>
                </a:gridCol>
                <a:gridCol w="8556859">
                  <a:extLst>
                    <a:ext uri="{9D8B030D-6E8A-4147-A177-3AD203B41FA5}">
                      <a16:colId xmlns:a16="http://schemas.microsoft.com/office/drawing/2014/main" val="1467401512"/>
                    </a:ext>
                  </a:extLst>
                </a:gridCol>
              </a:tblGrid>
              <a:tr h="428818">
                <a:tc>
                  <a:txBody>
                    <a:bodyPr/>
                    <a:lstStyle/>
                    <a:p>
                      <a:r>
                        <a:rPr lang="en-US" sz="1400" dirty="0"/>
                        <a:t>Current Status</a:t>
                      </a:r>
                    </a:p>
                  </a:txBody>
                  <a:tcPr/>
                </a:tc>
                <a:tc>
                  <a:txBody>
                    <a:bodyPr/>
                    <a:lstStyle/>
                    <a:p>
                      <a:r>
                        <a:rPr lang="en-US" sz="1400"/>
                        <a:t>Risk RAG</a:t>
                      </a:r>
                    </a:p>
                  </a:txBody>
                  <a:tcPr/>
                </a:tc>
                <a:tc>
                  <a:txBody>
                    <a:bodyPr/>
                    <a:lstStyle/>
                    <a:p>
                      <a:r>
                        <a:rPr lang="en-US" sz="1400"/>
                        <a:t>Points</a:t>
                      </a:r>
                    </a:p>
                  </a:txBody>
                  <a:tcPr/>
                </a:tc>
                <a:extLst>
                  <a:ext uri="{0D108BD9-81ED-4DB2-BD59-A6C34878D82A}">
                    <a16:rowId xmlns:a16="http://schemas.microsoft.com/office/drawing/2014/main" val="1034883558"/>
                  </a:ext>
                </a:extLst>
              </a:tr>
              <a:tr h="59917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Obsolescence</a:t>
                      </a:r>
                    </a:p>
                  </a:txBody>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nchor="ctr"/>
                </a:tc>
                <a:tc>
                  <a:txBody>
                    <a:bodyPr/>
                    <a:lstStyle/>
                    <a:p>
                      <a:pPr marL="285750" indent="-285750">
                        <a:buFont typeface="Arial" panose="020B0604020202020204" pitchFamily="34" charset="0"/>
                        <a:buChar char="•"/>
                      </a:pPr>
                      <a:r>
                        <a:rPr lang="en-US" sz="1400" b="0" i="0" kern="1200" dirty="0">
                          <a:solidFill>
                            <a:schemeClr val="dk1"/>
                          </a:solidFill>
                          <a:effectLst/>
                          <a:latin typeface="+mn-lt"/>
                          <a:ea typeface="+mn-ea"/>
                          <a:cs typeface="+mn-cs"/>
                        </a:rPr>
                        <a:t>Application hosting will be on Azure Container Apps using Linux containers</a:t>
                      </a:r>
                    </a:p>
                    <a:p>
                      <a:pPr marL="285750" indent="-285750">
                        <a:buFont typeface="Arial" panose="020B0604020202020204" pitchFamily="34" charset="0"/>
                        <a:buChar char="•"/>
                      </a:pPr>
                      <a:r>
                        <a:rPr lang="en-US" sz="1400" b="0" i="0" kern="1200" dirty="0" err="1">
                          <a:solidFill>
                            <a:schemeClr val="dk1"/>
                          </a:solidFill>
                          <a:effectLst/>
                          <a:latin typeface="+mn-lt"/>
                          <a:ea typeface="+mn-ea"/>
                          <a:cs typeface="+mn-cs"/>
                        </a:rPr>
                        <a:t>Modernising</a:t>
                      </a:r>
                      <a:r>
                        <a:rPr lang="en-US" sz="1400" b="0" i="0" kern="1200" dirty="0">
                          <a:solidFill>
                            <a:schemeClr val="dk1"/>
                          </a:solidFill>
                          <a:effectLst/>
                          <a:latin typeface="+mn-lt"/>
                          <a:ea typeface="+mn-ea"/>
                          <a:cs typeface="+mn-cs"/>
                        </a:rPr>
                        <a:t> to .NET 10, C# and Razor Pages, deployed in Linux containers</a:t>
                      </a:r>
                    </a:p>
                  </a:txBody>
                  <a:tcPr/>
                </a:tc>
                <a:extLst>
                  <a:ext uri="{0D108BD9-81ED-4DB2-BD59-A6C34878D82A}">
                    <a16:rowId xmlns:a16="http://schemas.microsoft.com/office/drawing/2014/main" val="2183483805"/>
                  </a:ext>
                </a:extLst>
              </a:tr>
              <a:tr h="10612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Technical Debt</a:t>
                      </a:r>
                    </a:p>
                  </a:txBody>
                  <a:tcPr/>
                </a:tc>
                <a:tc>
                  <a:txBody>
                    <a:bodyPr/>
                    <a:lstStyle/>
                    <a:p>
                      <a:pPr algn="ctr"/>
                      <a:r>
                        <a:rPr kumimoji="0" lang="en-US" sz="4000" b="1" i="0" u="none" strike="noStrike" kern="1200" cap="none" spc="0" normalizeH="0" baseline="0" noProof="0">
                          <a:ln>
                            <a:noFill/>
                          </a:ln>
                          <a:solidFill>
                            <a:srgbClr val="00B050"/>
                          </a:solidFill>
                          <a:effectLst/>
                          <a:uLnTx/>
                          <a:uFillTx/>
                          <a:latin typeface="+mn-lt"/>
                          <a:ea typeface="+mn-ea"/>
                          <a:cs typeface="Arial"/>
                        </a:rPr>
                        <a:t>●</a:t>
                      </a:r>
                      <a:endParaRPr lang="en-US" sz="1400"/>
                    </a:p>
                  </a:txBody>
                  <a:tcPr anchor="ct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Infrastructure-as-Code (Bicep) replacing manual configuration.</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Automated PaaS patching eliminating on-premises maintenance burden.</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Dedicated Dev/Test/UAT/Production environments in Azure removing validation-in-production risk.</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CI/CD pipelines (Azure DevOps-</a:t>
                      </a:r>
                      <a:r>
                        <a:rPr lang="en-US" sz="1400" b="0" i="0" kern="1200" dirty="0" err="1">
                          <a:solidFill>
                            <a:schemeClr val="dk1"/>
                          </a:solidFill>
                          <a:effectLst/>
                          <a:latin typeface="+mn-lt"/>
                          <a:ea typeface="+mn-ea"/>
                          <a:cs typeface="+mn-cs"/>
                        </a:rPr>
                        <a:t>Github</a:t>
                      </a:r>
                      <a:r>
                        <a:rPr lang="en-US" sz="1400" b="0" i="0" kern="1200" dirty="0">
                          <a:solidFill>
                            <a:schemeClr val="dk1"/>
                          </a:solidFill>
                          <a:effectLst/>
                          <a:latin typeface="+mn-lt"/>
                          <a:ea typeface="+mn-ea"/>
                          <a:cs typeface="+mn-cs"/>
                        </a:rPr>
                        <a:t>) deployments reducing operational risk and migration windows. </a:t>
                      </a:r>
                    </a:p>
                  </a:txBody>
                  <a:tcPr/>
                </a:tc>
                <a:extLst>
                  <a:ext uri="{0D108BD9-81ED-4DB2-BD59-A6C34878D82A}">
                    <a16:rowId xmlns:a16="http://schemas.microsoft.com/office/drawing/2014/main" val="2279796845"/>
                  </a:ext>
                </a:extLst>
              </a:tr>
              <a:tr h="1586040">
                <a:tc>
                  <a:txBody>
                    <a:bodyPr/>
                    <a:lstStyle/>
                    <a:p>
                      <a:r>
                        <a:rPr lang="en-US" sz="1400" b="1"/>
                        <a:t>Security</a:t>
                      </a:r>
                    </a:p>
                  </a:txBody>
                  <a:tcPr/>
                </a:tc>
                <a:tc>
                  <a:txBody>
                    <a:bodyPr/>
                    <a:lstStyle/>
                    <a:p>
                      <a:pPr algn="ctr"/>
                      <a:r>
                        <a:rPr kumimoji="0" lang="en-US" sz="4000" b="1" i="0" u="none" strike="noStrike" kern="1200" cap="none" spc="0" normalizeH="0" baseline="0" noProof="0">
                          <a:ln>
                            <a:noFill/>
                          </a:ln>
                          <a:solidFill>
                            <a:srgbClr val="00B050"/>
                          </a:solidFill>
                          <a:effectLst/>
                          <a:uLnTx/>
                          <a:uFillTx/>
                          <a:latin typeface="+mn-lt"/>
                          <a:ea typeface="+mn-ea"/>
                          <a:cs typeface="Arial"/>
                        </a:rPr>
                        <a:t>●</a:t>
                      </a:r>
                      <a:endParaRPr lang="en-US" sz="1400"/>
                    </a:p>
                  </a:txBody>
                  <a:tcPr anchor="ctr"/>
                </a:tc>
                <a:tc>
                  <a:txBody>
                    <a:bodyPr/>
                    <a:lstStyle/>
                    <a:p>
                      <a:pPr marL="285750" indent="-285750">
                        <a:buFont typeface="Arial" panose="020B0604020202020204" pitchFamily="34" charset="0"/>
                        <a:buChar char="•"/>
                      </a:pPr>
                      <a:r>
                        <a:rPr lang="en-US" sz="1400" dirty="0">
                          <a:solidFill>
                            <a:schemeClr val="tx1"/>
                          </a:solidFill>
                        </a:rPr>
                        <a:t>Azure Entra ID for authentication</a:t>
                      </a:r>
                    </a:p>
                    <a:p>
                      <a:pPr marL="285750" indent="-285750">
                        <a:buFont typeface="Arial" panose="020B0604020202020204" pitchFamily="34" charset="0"/>
                        <a:buChar char="•"/>
                      </a:pPr>
                      <a:r>
                        <a:rPr lang="en-US" sz="1400" dirty="0">
                          <a:solidFill>
                            <a:schemeClr val="tx1"/>
                          </a:solidFill>
                        </a:rPr>
                        <a:t>Azure Key Vault for secrets management </a:t>
                      </a:r>
                    </a:p>
                    <a:p>
                      <a:pPr marL="285750" indent="-285750">
                        <a:buFont typeface="Arial" panose="020B0604020202020204" pitchFamily="34" charset="0"/>
                        <a:buChar char="•"/>
                      </a:pPr>
                      <a:r>
                        <a:rPr lang="en-US" sz="1400" dirty="0">
                          <a:solidFill>
                            <a:schemeClr val="tx1"/>
                          </a:solidFill>
                        </a:rPr>
                        <a:t>Azure Container Apps under secured firewalls &amp; VNET’s.</a:t>
                      </a:r>
                    </a:p>
                    <a:p>
                      <a:pPr marL="285750" indent="-285750">
                        <a:buFont typeface="Arial" panose="020B0604020202020204" pitchFamily="34" charset="0"/>
                        <a:buChar char="•"/>
                      </a:pPr>
                      <a:r>
                        <a:rPr lang="en-US" sz="1400" dirty="0">
                          <a:solidFill>
                            <a:schemeClr val="tx1"/>
                          </a:solidFill>
                        </a:rPr>
                        <a:t>Azure Private Endpoints for connectivity.</a:t>
                      </a:r>
                    </a:p>
                    <a:p>
                      <a:pPr marL="285750" indent="-285750">
                        <a:buFont typeface="Arial" panose="020B0604020202020204" pitchFamily="34" charset="0"/>
                        <a:buChar char="•"/>
                      </a:pPr>
                      <a:r>
                        <a:rPr lang="en-US" sz="1400" dirty="0">
                          <a:solidFill>
                            <a:schemeClr val="tx1"/>
                          </a:solidFill>
                        </a:rPr>
                        <a:t>Azure Web Application Firewall (WAF) for threat protection.</a:t>
                      </a:r>
                    </a:p>
                    <a:p>
                      <a:pPr marL="285750" indent="-285750">
                        <a:buFont typeface="Arial" panose="020B0604020202020204" pitchFamily="34" charset="0"/>
                        <a:buChar char="•"/>
                      </a:pPr>
                      <a:r>
                        <a:rPr lang="en-US" sz="1400" dirty="0">
                          <a:solidFill>
                            <a:schemeClr val="tx1"/>
                          </a:solidFill>
                        </a:rPr>
                        <a:t>Azure Monitor and Sentinel for security logging.</a:t>
                      </a:r>
                    </a:p>
                    <a:p>
                      <a:pPr marL="285750" indent="-285750">
                        <a:buFont typeface="Arial" panose="020B0604020202020204" pitchFamily="34" charset="0"/>
                        <a:buChar char="•"/>
                      </a:pPr>
                      <a:r>
                        <a:rPr lang="en-US" sz="1400" dirty="0" err="1">
                          <a:solidFill>
                            <a:schemeClr val="tx1"/>
                          </a:solidFill>
                        </a:rPr>
                        <a:t>VNet</a:t>
                      </a:r>
                      <a:r>
                        <a:rPr lang="en-US" sz="1400" dirty="0">
                          <a:solidFill>
                            <a:schemeClr val="tx1"/>
                          </a:solidFill>
                        </a:rPr>
                        <a:t> peering for service-to-service authentication. </a:t>
                      </a:r>
                    </a:p>
                    <a:p>
                      <a:pPr marL="285750" indent="-285750">
                        <a:buFont typeface="Arial" panose="020B0604020202020204" pitchFamily="34" charset="0"/>
                        <a:buChar char="•"/>
                      </a:pPr>
                      <a:r>
                        <a:rPr lang="en-US" sz="1400" dirty="0">
                          <a:solidFill>
                            <a:schemeClr val="tx1"/>
                          </a:solidFill>
                        </a:rPr>
                        <a:t>Full Secure-by-Design compliance with Defra security standards.</a:t>
                      </a:r>
                      <a:endParaRPr lang="en-GB" sz="1400" dirty="0">
                        <a:solidFill>
                          <a:schemeClr val="tx1"/>
                        </a:solidFill>
                      </a:endParaRPr>
                    </a:p>
                  </a:txBody>
                  <a:tcPr/>
                </a:tc>
                <a:extLst>
                  <a:ext uri="{0D108BD9-81ED-4DB2-BD59-A6C34878D82A}">
                    <a16:rowId xmlns:a16="http://schemas.microsoft.com/office/drawing/2014/main" val="2986085685"/>
                  </a:ext>
                </a:extLst>
              </a:tr>
            </a:tbl>
          </a:graphicData>
        </a:graphic>
      </p:graphicFrame>
      <p:graphicFrame>
        <p:nvGraphicFramePr>
          <p:cNvPr id="7" name="Table 6">
            <a:extLst>
              <a:ext uri="{FF2B5EF4-FFF2-40B4-BE49-F238E27FC236}">
                <a16:creationId xmlns:a16="http://schemas.microsoft.com/office/drawing/2014/main" id="{627CC19C-B9A9-5110-0012-EC147FBC3F4E}"/>
              </a:ext>
            </a:extLst>
          </p:cNvPr>
          <p:cNvGraphicFramePr>
            <a:graphicFrameLocks noGrp="1"/>
          </p:cNvGraphicFramePr>
          <p:nvPr>
            <p:extLst>
              <p:ext uri="{D42A27DB-BD31-4B8C-83A1-F6EECF244321}">
                <p14:modId xmlns:p14="http://schemas.microsoft.com/office/powerpoint/2010/main" val="2133555106"/>
              </p:ext>
            </p:extLst>
          </p:nvPr>
        </p:nvGraphicFramePr>
        <p:xfrm>
          <a:off x="3798662" y="5816768"/>
          <a:ext cx="7646738" cy="701040"/>
        </p:xfrm>
        <a:graphic>
          <a:graphicData uri="http://schemas.openxmlformats.org/drawingml/2006/table">
            <a:tbl>
              <a:tblPr firstRow="1" bandRow="1">
                <a:noFill/>
                <a:tableStyleId>{5C22544A-7EE6-4342-B048-85BDC9FD1C3A}</a:tableStyleId>
              </a:tblPr>
              <a:tblGrid>
                <a:gridCol w="647224">
                  <a:extLst>
                    <a:ext uri="{9D8B030D-6E8A-4147-A177-3AD203B41FA5}">
                      <a16:colId xmlns:a16="http://schemas.microsoft.com/office/drawing/2014/main" val="1621338904"/>
                    </a:ext>
                  </a:extLst>
                </a:gridCol>
                <a:gridCol w="1992085">
                  <a:extLst>
                    <a:ext uri="{9D8B030D-6E8A-4147-A177-3AD203B41FA5}">
                      <a16:colId xmlns:a16="http://schemas.microsoft.com/office/drawing/2014/main" val="3603808403"/>
                    </a:ext>
                  </a:extLst>
                </a:gridCol>
                <a:gridCol w="402772">
                  <a:extLst>
                    <a:ext uri="{9D8B030D-6E8A-4147-A177-3AD203B41FA5}">
                      <a16:colId xmlns:a16="http://schemas.microsoft.com/office/drawing/2014/main" val="2011836298"/>
                    </a:ext>
                  </a:extLst>
                </a:gridCol>
                <a:gridCol w="2318657">
                  <a:extLst>
                    <a:ext uri="{9D8B030D-6E8A-4147-A177-3AD203B41FA5}">
                      <a16:colId xmlns:a16="http://schemas.microsoft.com/office/drawing/2014/main" val="648457481"/>
                    </a:ext>
                  </a:extLst>
                </a:gridCol>
                <a:gridCol w="403272">
                  <a:extLst>
                    <a:ext uri="{9D8B030D-6E8A-4147-A177-3AD203B41FA5}">
                      <a16:colId xmlns:a16="http://schemas.microsoft.com/office/drawing/2014/main" val="660162308"/>
                    </a:ext>
                  </a:extLst>
                </a:gridCol>
                <a:gridCol w="1882728">
                  <a:extLst>
                    <a:ext uri="{9D8B030D-6E8A-4147-A177-3AD203B41FA5}">
                      <a16:colId xmlns:a16="http://schemas.microsoft.com/office/drawing/2014/main" val="145135127"/>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Red = High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Amber = Medium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Green = Low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2180212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9778-5CDC-E699-8EA8-7A702B0C444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463DE01-7143-DE3A-F1EE-FA7B26F1AB44}"/>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Business Architecture </a:t>
            </a:r>
            <a:br>
              <a:rPr lang="en-GB">
                <a:solidFill>
                  <a:schemeClr val="bg1"/>
                </a:solidFill>
              </a:rPr>
            </a:br>
            <a:r>
              <a:rPr lang="en-GB">
                <a:solidFill>
                  <a:schemeClr val="bg1"/>
                </a:solidFill>
              </a:rPr>
              <a:t>To-Be</a:t>
            </a:r>
          </a:p>
        </p:txBody>
      </p:sp>
      <p:sp>
        <p:nvSpPr>
          <p:cNvPr id="4" name="Date Placeholder 3">
            <a:extLst>
              <a:ext uri="{FF2B5EF4-FFF2-40B4-BE49-F238E27FC236}">
                <a16:creationId xmlns:a16="http://schemas.microsoft.com/office/drawing/2014/main" id="{2A9B13EE-5446-56AF-212F-D8F34F1A9DB6}"/>
              </a:ext>
            </a:extLst>
          </p:cNvPr>
          <p:cNvSpPr>
            <a:spLocks noGrp="1"/>
          </p:cNvSpPr>
          <p:nvPr>
            <p:ph type="dt" sz="half" idx="10"/>
          </p:nvPr>
        </p:nvSpPr>
        <p:spPr/>
        <p:txBody>
          <a:bodyPr/>
          <a:lstStyle/>
          <a:p>
            <a:fld id="{86362CA8-D9F8-4740-8170-78D353CAC0E2}" type="datetime1">
              <a:rPr lang="en-GB" smtClean="0"/>
              <a:t>13/07/2026</a:t>
            </a:fld>
            <a:endParaRPr lang="en-GB"/>
          </a:p>
        </p:txBody>
      </p:sp>
      <p:sp>
        <p:nvSpPr>
          <p:cNvPr id="5" name="Slide Number Placeholder 4">
            <a:extLst>
              <a:ext uri="{FF2B5EF4-FFF2-40B4-BE49-F238E27FC236}">
                <a16:creationId xmlns:a16="http://schemas.microsoft.com/office/drawing/2014/main" id="{1E24D0F1-03C4-6A61-4182-CCACB0A71E59}"/>
              </a:ext>
            </a:extLst>
          </p:cNvPr>
          <p:cNvSpPr>
            <a:spLocks noGrp="1"/>
          </p:cNvSpPr>
          <p:nvPr>
            <p:ph type="sldNum" sz="quarter" idx="12"/>
          </p:nvPr>
        </p:nvSpPr>
        <p:spPr/>
        <p:txBody>
          <a:bodyPr/>
          <a:lstStyle/>
          <a:p>
            <a:fld id="{D54A9EDB-8E49-45DA-B8F1-10D42A336BCA}" type="slidenum">
              <a:rPr lang="en-GB" smtClean="0"/>
              <a:t>25</a:t>
            </a:fld>
            <a:endParaRPr lang="en-GB"/>
          </a:p>
        </p:txBody>
      </p:sp>
    </p:spTree>
    <p:extLst>
      <p:ext uri="{BB962C8B-B14F-4D97-AF65-F5344CB8AC3E}">
        <p14:creationId xmlns:p14="http://schemas.microsoft.com/office/powerpoint/2010/main" val="236139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24DB95-2B90-3381-4CF9-2AA2238143A8}"/>
              </a:ext>
            </a:extLst>
          </p:cNvPr>
          <p:cNvSpPr>
            <a:spLocks noGrp="1"/>
          </p:cNvSpPr>
          <p:nvPr>
            <p:ph type="title"/>
          </p:nvPr>
        </p:nvSpPr>
        <p:spPr>
          <a:xfrm>
            <a:off x="1525" y="90488"/>
            <a:ext cx="11125264" cy="470898"/>
          </a:xfrm>
        </p:spPr>
        <p:txBody>
          <a:bodyPr/>
          <a:lstStyle/>
          <a:p>
            <a:r>
              <a:rPr lang="en-GB"/>
              <a:t>Logical Business Architecture</a:t>
            </a:r>
          </a:p>
        </p:txBody>
      </p:sp>
      <p:pic>
        <p:nvPicPr>
          <p:cNvPr id="3" name="Picture 2" descr="A diagram of a computer system&#10;&#10;AI-generated content may be incorrect.">
            <a:extLst>
              <a:ext uri="{FF2B5EF4-FFF2-40B4-BE49-F238E27FC236}">
                <a16:creationId xmlns:a16="http://schemas.microsoft.com/office/drawing/2014/main" id="{F70EE5A4-9B71-C616-6E30-EA6474B04192}"/>
              </a:ext>
            </a:extLst>
          </p:cNvPr>
          <p:cNvPicPr>
            <a:picLocks noChangeAspect="1"/>
          </p:cNvPicPr>
          <p:nvPr/>
        </p:nvPicPr>
        <p:blipFill>
          <a:blip r:embed="rId3"/>
          <a:stretch>
            <a:fillRect/>
          </a:stretch>
        </p:blipFill>
        <p:spPr>
          <a:xfrm>
            <a:off x="87922" y="948747"/>
            <a:ext cx="12025924" cy="5488043"/>
          </a:xfrm>
          <a:prstGeom prst="rect">
            <a:avLst/>
          </a:prstGeom>
        </p:spPr>
      </p:pic>
    </p:spTree>
    <p:extLst>
      <p:ext uri="{BB962C8B-B14F-4D97-AF65-F5344CB8AC3E}">
        <p14:creationId xmlns:p14="http://schemas.microsoft.com/office/powerpoint/2010/main" val="2538252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7E56-7ED2-DDE1-5B96-7544C3755D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89C3B80-897B-DE3D-2EBF-93F1FBC2FFEE}"/>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Principles Alignment</a:t>
            </a:r>
          </a:p>
        </p:txBody>
      </p:sp>
      <p:sp>
        <p:nvSpPr>
          <p:cNvPr id="4" name="Date Placeholder 3">
            <a:extLst>
              <a:ext uri="{FF2B5EF4-FFF2-40B4-BE49-F238E27FC236}">
                <a16:creationId xmlns:a16="http://schemas.microsoft.com/office/drawing/2014/main" id="{1537BC4B-03EC-14C1-9156-2521E1407A92}"/>
              </a:ext>
            </a:extLst>
          </p:cNvPr>
          <p:cNvSpPr>
            <a:spLocks noGrp="1"/>
          </p:cNvSpPr>
          <p:nvPr>
            <p:ph type="dt" sz="half" idx="10"/>
          </p:nvPr>
        </p:nvSpPr>
        <p:spPr/>
        <p:txBody>
          <a:bodyPr/>
          <a:lstStyle/>
          <a:p>
            <a:fld id="{224BA241-299F-415C-B296-8EDE11A0D943}" type="datetime1">
              <a:rPr lang="en-GB" smtClean="0"/>
              <a:t>13/07/2026</a:t>
            </a:fld>
            <a:endParaRPr lang="en-GB"/>
          </a:p>
        </p:txBody>
      </p:sp>
      <p:sp>
        <p:nvSpPr>
          <p:cNvPr id="5" name="Slide Number Placeholder 4">
            <a:extLst>
              <a:ext uri="{FF2B5EF4-FFF2-40B4-BE49-F238E27FC236}">
                <a16:creationId xmlns:a16="http://schemas.microsoft.com/office/drawing/2014/main" id="{B6B0CEBD-5CD1-391A-F7C6-CBD66FCF61A8}"/>
              </a:ext>
            </a:extLst>
          </p:cNvPr>
          <p:cNvSpPr>
            <a:spLocks noGrp="1"/>
          </p:cNvSpPr>
          <p:nvPr>
            <p:ph type="sldNum" sz="quarter" idx="12"/>
          </p:nvPr>
        </p:nvSpPr>
        <p:spPr/>
        <p:txBody>
          <a:bodyPr/>
          <a:lstStyle/>
          <a:p>
            <a:fld id="{D54A9EDB-8E49-45DA-B8F1-10D42A336BCA}" type="slidenum">
              <a:rPr lang="en-GB" smtClean="0"/>
              <a:t>27</a:t>
            </a:fld>
            <a:endParaRPr lang="en-GB"/>
          </a:p>
        </p:txBody>
      </p:sp>
    </p:spTree>
    <p:extLst>
      <p:ext uri="{BB962C8B-B14F-4D97-AF65-F5344CB8AC3E}">
        <p14:creationId xmlns:p14="http://schemas.microsoft.com/office/powerpoint/2010/main" val="1103166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C88BD85-6EC9-1ED1-E0E4-A78D66B229C4}"/>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F66A2F8F-5196-B611-1CED-CB2B62D370A6}"/>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8" name="Table 7">
            <a:extLst>
              <a:ext uri="{FF2B5EF4-FFF2-40B4-BE49-F238E27FC236}">
                <a16:creationId xmlns:a16="http://schemas.microsoft.com/office/drawing/2014/main" id="{D7E72B33-0A16-43D8-77C3-B090EE217B03}"/>
              </a:ext>
            </a:extLst>
          </p:cNvPr>
          <p:cNvGraphicFramePr>
            <a:graphicFrameLocks noGrp="1"/>
          </p:cNvGraphicFramePr>
          <p:nvPr>
            <p:extLst>
              <p:ext uri="{D42A27DB-BD31-4B8C-83A1-F6EECF244321}">
                <p14:modId xmlns:p14="http://schemas.microsoft.com/office/powerpoint/2010/main" val="2635088999"/>
              </p:ext>
            </p:extLst>
          </p:nvPr>
        </p:nvGraphicFramePr>
        <p:xfrm>
          <a:off x="954741" y="1568824"/>
          <a:ext cx="10623896" cy="4123316"/>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74276">
                <a:tc>
                  <a:txBody>
                    <a:bodyPr/>
                    <a:lstStyle/>
                    <a:p>
                      <a:pPr algn="ctr"/>
                      <a:r>
                        <a:rPr lang="en-GB" sz="1800" dirty="0">
                          <a:latin typeface="Aptos" panose="020B0004020202020204" pitchFamily="34" charset="0"/>
                          <a:cs typeface="Arial" panose="020B0604020202020204" pitchFamily="34" charset="0"/>
                        </a:rPr>
                        <a:t>Principle</a:t>
                      </a:r>
                    </a:p>
                  </a:txBody>
                  <a:tcPr anchor="ctr"/>
                </a:tc>
                <a:tc>
                  <a:txBody>
                    <a:bodyPr/>
                    <a:lstStyle/>
                    <a:p>
                      <a:pPr algn="ctr"/>
                      <a:r>
                        <a:rPr lang="en-GB" sz="1800">
                          <a:latin typeface="Aptos" panose="020B0004020202020204" pitchFamily="34" charset="0"/>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3424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1. Delivery-Focused Architecture</a:t>
                      </a:r>
                    </a:p>
                  </a:txBody>
                  <a:tcPr marL="48478" marR="96955" marT="50800" marB="50800" anchor="ctr"/>
                </a:tc>
                <a:tc>
                  <a:txBody>
                    <a:bodyPr/>
                    <a:lstStyle/>
                    <a:p>
                      <a:pPr marL="107950" lvl="0" indent="-107950" algn="l">
                        <a:buClr>
                          <a:srgbClr val="000000"/>
                        </a:buClr>
                        <a:buFont typeface="Arial,Sans-Serif"/>
                        <a:buChar char="•"/>
                      </a:pPr>
                      <a:r>
                        <a:rPr lang="en-GB" sz="1200" b="1" i="0" u="none" strike="noStrike" noProof="0">
                          <a:solidFill>
                            <a:srgbClr val="000000"/>
                          </a:solidFill>
                          <a:latin typeface="+mn-lt"/>
                        </a:rPr>
                        <a:t>Clear Scope and Time-Bound Objective</a:t>
                      </a:r>
                      <a:r>
                        <a:rPr lang="en-GB" sz="1200" b="0" i="0" u="none" strike="noStrike" noProof="0">
                          <a:solidFill>
                            <a:srgbClr val="000000"/>
                          </a:solidFill>
                          <a:latin typeface="+mn-lt"/>
                        </a:rPr>
                        <a:t>:</a:t>
                      </a:r>
                      <a:r>
                        <a:rPr lang="en-GB" sz="1200" b="1" i="0" u="none" strike="noStrike" noProof="0">
                          <a:solidFill>
                            <a:srgbClr val="000000"/>
                          </a:solidFill>
                          <a:latin typeface="+mn-lt"/>
                        </a:rPr>
                        <a:t> </a:t>
                      </a:r>
                      <a:r>
                        <a:rPr lang="en-GB" sz="1200" b="0" i="0" u="none" strike="noStrike" noProof="0">
                          <a:solidFill>
                            <a:srgbClr val="000000"/>
                          </a:solidFill>
                          <a:latin typeface="+mn-lt"/>
                        </a:rPr>
                        <a:t>The architecture is designed to enable modernisation of the legacy application to a cloud-native, containerised .NET 10 platform by Q3–Q4 2026, ensuring alignment with modernization goals.</a:t>
                      </a:r>
                      <a:endParaRPr lang="en-US" sz="1200">
                        <a:latin typeface="+mn-lt"/>
                      </a:endParaRPr>
                    </a:p>
                    <a:p>
                      <a:pPr marL="107950" indent="-107950" algn="l">
                        <a:buFont typeface="Arial" panose="020B0604020202020204" pitchFamily="34" charset="0"/>
                        <a:buChar char="•"/>
                      </a:pPr>
                      <a:r>
                        <a:rPr lang="en-GB" sz="1200" b="1">
                          <a:latin typeface="+mn-lt"/>
                          <a:cs typeface="Arial"/>
                        </a:rPr>
                        <a:t>Iterative Discovery and Validation: </a:t>
                      </a:r>
                      <a:r>
                        <a:rPr lang="en-US" sz="1200" b="0">
                          <a:latin typeface="+mn-lt"/>
                          <a:cs typeface="Arial"/>
                        </a:rPr>
                        <a:t>The approach includes iterative engagement with business SMEs, LAP teams, and Cognizant partners to validate assumptions and fill gaps in legacy knowledge.</a:t>
                      </a:r>
                      <a:endParaRPr lang="en-GB" sz="1200">
                        <a:latin typeface="+mn-lt"/>
                        <a:cs typeface="Arial"/>
                      </a:endParaRPr>
                    </a:p>
                    <a:p>
                      <a:pPr marL="107950" indent="-107950" algn="l">
                        <a:buFont typeface="Arial" panose="020B0604020202020204" pitchFamily="34" charset="0"/>
                        <a:buChar char="•"/>
                      </a:pPr>
                      <a:r>
                        <a:rPr lang="en-GB" sz="1200" b="1">
                          <a:latin typeface="+mn-lt"/>
                          <a:cs typeface="Arial"/>
                        </a:rPr>
                        <a:t>Governance Embedded: </a:t>
                      </a:r>
                      <a:r>
                        <a:rPr lang="en-US" sz="1200" b="0">
                          <a:latin typeface="+mn-lt"/>
                          <a:cs typeface="Arial"/>
                        </a:rPr>
                        <a:t>The architecture is being developed in alignment with Defra’s SDA, TDA, and CTWG governance processes, with resources allocated to support approval and refinement.</a:t>
                      </a:r>
                      <a:endParaRPr lang="en-GB" sz="1200">
                        <a:latin typeface="+mn-lt"/>
                        <a:cs typeface="Arial"/>
                      </a:endParaRPr>
                    </a:p>
                  </a:txBody>
                  <a:tcPr/>
                </a:tc>
                <a:extLst>
                  <a:ext uri="{0D108BD9-81ED-4DB2-BD59-A6C34878D82A}">
                    <a16:rowId xmlns:a16="http://schemas.microsoft.com/office/drawing/2014/main" val="4132551289"/>
                  </a:ext>
                </a:extLst>
              </a:tr>
              <a:tr h="1163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2. Design for Users</a:t>
                      </a:r>
                    </a:p>
                  </a:txBody>
                  <a:tcPr marL="48478" marR="96955" marT="50800" marB="50800" anchor="ctr"/>
                </a:tc>
                <a:tc>
                  <a:txBody>
                    <a:bodyPr/>
                    <a:lstStyle/>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Business Analysis: </a:t>
                      </a:r>
                      <a:r>
                        <a:rPr lang="en-US" sz="1200" b="0" kern="1200" dirty="0">
                          <a:solidFill>
                            <a:schemeClr val="dk1"/>
                          </a:solidFill>
                          <a:latin typeface="+mn-lt"/>
                          <a:ea typeface="+mn-ea"/>
                          <a:cs typeface="Arial"/>
                        </a:rPr>
                        <a:t>The design incorporates insights from current usage patterns of the BSE application, ensuring that user workflows are preserved while improving efficiency.</a:t>
                      </a:r>
                      <a:endParaRPr lang="en-GB" sz="1200" b="0" kern="1200" dirty="0">
                        <a:solidFill>
                          <a:schemeClr val="dk1"/>
                        </a:solidFill>
                        <a:latin typeface="+mn-lt"/>
                        <a:ea typeface="+mn-ea"/>
                        <a:cs typeface="Arial"/>
                      </a:endParaRPr>
                    </a:p>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Support for Testing and Validation: </a:t>
                      </a:r>
                      <a:r>
                        <a:rPr lang="en-US" sz="1200" b="0" kern="1200" dirty="0">
                          <a:solidFill>
                            <a:schemeClr val="dk1"/>
                          </a:solidFill>
                          <a:latin typeface="+mn-lt"/>
                          <a:ea typeface="+mn-ea"/>
                          <a:cs typeface="Arial"/>
                        </a:rPr>
                        <a:t>The architecture introduces dedicated test environments, addressing the current limitation where validation occurs in production.</a:t>
                      </a:r>
                      <a:endParaRPr lang="en-GB" sz="1200" b="0" kern="1200" dirty="0">
                        <a:solidFill>
                          <a:schemeClr val="dk1"/>
                        </a:solidFill>
                        <a:latin typeface="+mn-lt"/>
                        <a:ea typeface="+mn-ea"/>
                        <a:cs typeface="Arial"/>
                      </a:endParaRPr>
                    </a:p>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Simplification of Data Journeys: </a:t>
                      </a:r>
                      <a:r>
                        <a:rPr lang="en-US" sz="1200" b="0" kern="1200" dirty="0">
                          <a:solidFill>
                            <a:schemeClr val="dk1"/>
                          </a:solidFill>
                          <a:latin typeface="+mn-lt"/>
                          <a:ea typeface="+mn-ea"/>
                          <a:cs typeface="Arial"/>
                        </a:rPr>
                        <a:t>The solution aims to streamline manual processes and fragmented IIS configurations into a cloud-native, automated platform, reducing complexity for users.</a:t>
                      </a:r>
                      <a:endParaRPr lang="en-GB" sz="1200" b="0" kern="1200" dirty="0">
                        <a:solidFill>
                          <a:schemeClr val="dk1"/>
                        </a:solidFill>
                        <a:latin typeface="+mn-lt"/>
                        <a:ea typeface="+mn-ea"/>
                        <a:cs typeface="Arial"/>
                      </a:endParaRPr>
                    </a:p>
                  </a:txBody>
                  <a:tcPr anchor="ctr"/>
                </a:tc>
                <a:extLst>
                  <a:ext uri="{0D108BD9-81ED-4DB2-BD59-A6C34878D82A}">
                    <a16:rowId xmlns:a16="http://schemas.microsoft.com/office/drawing/2014/main" val="2884942079"/>
                  </a:ext>
                </a:extLst>
              </a:tr>
              <a:tr h="1163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a:rPr>
                        <a:t>3. Maximise Value, Minimise Waste</a:t>
                      </a:r>
                    </a:p>
                  </a:txBody>
                  <a:tcPr marL="48478" marR="96955" marT="50800" marB="50800" anchor="ctr"/>
                </a:tc>
                <a:tc>
                  <a:txBody>
                    <a:bodyPr/>
                    <a:lstStyle/>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a:rPr>
                        <a:t>Decommissioning of Legacy Components</a:t>
                      </a:r>
                      <a:r>
                        <a:rPr lang="en-GB" sz="1200" b="0" kern="1200">
                          <a:solidFill>
                            <a:schemeClr val="dk1"/>
                          </a:solidFill>
                          <a:latin typeface="+mn-lt"/>
                          <a:ea typeface="+mn-ea"/>
                          <a:cs typeface="Arial"/>
                        </a:rPr>
                        <a:t>: </a:t>
                      </a:r>
                      <a:r>
                        <a:rPr lang="en-US" sz="1200" b="0" kern="1200">
                          <a:solidFill>
                            <a:schemeClr val="dk1"/>
                          </a:solidFill>
                          <a:latin typeface="+mn-lt"/>
                          <a:ea typeface="+mn-ea"/>
                          <a:cs typeface="Arial"/>
                        </a:rPr>
                        <a:t>The migration removes reliance on Windows Server 2016, IIS 10, and manual configurations, reducing operational overhead and future licensing costs</a:t>
                      </a:r>
                      <a:r>
                        <a:rPr lang="en-GB" sz="1200" b="0" kern="1200">
                          <a:solidFill>
                            <a:schemeClr val="dk1"/>
                          </a:solidFill>
                          <a:latin typeface="+mn-lt"/>
                          <a:ea typeface="+mn-ea"/>
                          <a:cs typeface="Arial"/>
                        </a:rPr>
                        <a:t>.</a:t>
                      </a:r>
                    </a:p>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Consolidation of Fragmented Solutions: </a:t>
                      </a:r>
                      <a:r>
                        <a:rPr lang="en-US" sz="1200" b="0" kern="1200">
                          <a:solidFill>
                            <a:schemeClr val="dk1"/>
                          </a:solidFill>
                          <a:latin typeface="+mn-lt"/>
                          <a:ea typeface="+mn-ea"/>
                          <a:cs typeface="Arial" panose="020B0604020202020204" pitchFamily="34" charset="0"/>
                        </a:rPr>
                        <a:t>Current multiple IIS application pools and manual scripts will be consolidated into a single, maintainable architecture.</a:t>
                      </a:r>
                      <a:endParaRPr lang="en-GB" sz="1200" b="0" kern="1200">
                        <a:solidFill>
                          <a:schemeClr val="dk1"/>
                        </a:solidFill>
                        <a:latin typeface="+mn-lt"/>
                        <a:ea typeface="+mn-ea"/>
                        <a:cs typeface="Arial" panose="020B0604020202020204" pitchFamily="34" charset="0"/>
                      </a:endParaRPr>
                    </a:p>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a:rPr>
                        <a:t>Cloud-Native Design: </a:t>
                      </a:r>
                      <a:r>
                        <a:rPr lang="en-US" sz="1200" b="0" kern="1200">
                          <a:solidFill>
                            <a:schemeClr val="dk1"/>
                          </a:solidFill>
                          <a:latin typeface="+mn-lt"/>
                          <a:ea typeface="+mn-ea"/>
                          <a:cs typeface="Arial"/>
                        </a:rPr>
                        <a:t>The proposed solution aligns with Defra’s Cloud Centre of Excellence (CCoE) strategy, enabling scalability, maintainability, and cost-effective hosting.</a:t>
                      </a:r>
                      <a:endParaRPr lang="en-GB" sz="1200" b="0" kern="1200">
                        <a:solidFill>
                          <a:schemeClr val="dk1"/>
                        </a:solidFill>
                        <a:latin typeface="+mn-lt"/>
                        <a:ea typeface="+mn-ea"/>
                        <a:cs typeface="Arial"/>
                      </a:endParaRPr>
                    </a:p>
                  </a:txBody>
                  <a:tcPr anchor="ctr"/>
                </a:tc>
                <a:extLst>
                  <a:ext uri="{0D108BD9-81ED-4DB2-BD59-A6C34878D82A}">
                    <a16:rowId xmlns:a16="http://schemas.microsoft.com/office/drawing/2014/main" val="3960690268"/>
                  </a:ext>
                </a:extLst>
              </a:tr>
            </a:tbl>
          </a:graphicData>
        </a:graphic>
      </p:graphicFrame>
    </p:spTree>
    <p:extLst>
      <p:ext uri="{BB962C8B-B14F-4D97-AF65-F5344CB8AC3E}">
        <p14:creationId xmlns:p14="http://schemas.microsoft.com/office/powerpoint/2010/main" val="132445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8C008-4A6C-E18E-8DF1-CECC9D20E2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47A37B-97CE-2ABD-AB2D-0D95C14D0541}"/>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35C383DD-97FE-F098-F3B8-3BBC005389F6}"/>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11" name="Table 10">
            <a:extLst>
              <a:ext uri="{FF2B5EF4-FFF2-40B4-BE49-F238E27FC236}">
                <a16:creationId xmlns:a16="http://schemas.microsoft.com/office/drawing/2014/main" id="{EF74A2E6-F7BC-E065-21D6-B623366FA5F2}"/>
              </a:ext>
            </a:extLst>
          </p:cNvPr>
          <p:cNvGraphicFramePr>
            <a:graphicFrameLocks noGrp="1"/>
          </p:cNvGraphicFramePr>
          <p:nvPr>
            <p:extLst>
              <p:ext uri="{D42A27DB-BD31-4B8C-83A1-F6EECF244321}">
                <p14:modId xmlns:p14="http://schemas.microsoft.com/office/powerpoint/2010/main" val="999328682"/>
              </p:ext>
            </p:extLst>
          </p:nvPr>
        </p:nvGraphicFramePr>
        <p:xfrm>
          <a:off x="954741" y="1568824"/>
          <a:ext cx="10623896" cy="4195437"/>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77817">
                <a:tc>
                  <a:txBody>
                    <a:bodyPr/>
                    <a:lstStyle/>
                    <a:p>
                      <a:pPr algn="ctr"/>
                      <a:r>
                        <a:rPr lang="en-GB" sz="1800" dirty="0">
                          <a:latin typeface="+mn-lt"/>
                          <a:cs typeface="Arial" panose="020B0604020202020204" pitchFamily="34" charset="0"/>
                        </a:rPr>
                        <a:t>Principle</a:t>
                      </a:r>
                    </a:p>
                  </a:txBody>
                  <a:tcPr anchor="ctr"/>
                </a:tc>
                <a:tc>
                  <a:txBody>
                    <a:bodyPr/>
                    <a:lstStyle/>
                    <a:p>
                      <a:pPr algn="ctr"/>
                      <a:r>
                        <a:rPr lang="en-GB" sz="1800">
                          <a:latin typeface="+mn-lt"/>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084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4. Clean Data, Clear Decisions</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panose="020B0604020202020204" pitchFamily="34" charset="0"/>
                        </a:rPr>
                        <a:t>Single Source of Truth</a:t>
                      </a:r>
                      <a:r>
                        <a:rPr lang="en-GB" sz="1200" kern="1200" dirty="0">
                          <a:solidFill>
                            <a:schemeClr val="dk1"/>
                          </a:solidFill>
                          <a:latin typeface="+mn-lt"/>
                          <a:ea typeface="+mn-ea"/>
                          <a:cs typeface="Arial" panose="020B0604020202020204" pitchFamily="34" charset="0"/>
                        </a:rPr>
                        <a:t>: </a:t>
                      </a:r>
                      <a:r>
                        <a:rPr lang="en-US" sz="1200" kern="1200" dirty="0">
                          <a:solidFill>
                            <a:schemeClr val="dk1"/>
                          </a:solidFill>
                          <a:latin typeface="+mn-lt"/>
                          <a:ea typeface="+mn-ea"/>
                          <a:cs typeface="Arial" panose="020B0604020202020204" pitchFamily="34" charset="0"/>
                        </a:rPr>
                        <a:t>The architecture will consolidate all application configurations and dependencies discovered during the discovery phase into a unified repository.</a:t>
                      </a:r>
                      <a:endParaRPr lang="en-GB" sz="1200" kern="1200" dirty="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panose="020B0604020202020204" pitchFamily="34" charset="0"/>
                        </a:rPr>
                        <a:t>Data Mapping: </a:t>
                      </a:r>
                      <a:r>
                        <a:rPr lang="en-US" sz="1200" kern="1200" dirty="0">
                          <a:solidFill>
                            <a:schemeClr val="dk1"/>
                          </a:solidFill>
                          <a:latin typeface="+mn-lt"/>
                          <a:ea typeface="+mn-ea"/>
                          <a:cs typeface="Arial" panose="020B0604020202020204" pitchFamily="34" charset="0"/>
                        </a:rPr>
                        <a:t>Mapping will clarify which components are active, redundant, or require remediation, reducing unknown dependencies.</a:t>
                      </a:r>
                    </a:p>
                    <a:p>
                      <a:pPr marL="108000" indent="-108000" algn="l" defTabSz="685800" rtl="0" eaLnBrk="1" latinLnBrk="0" hangingPunct="1">
                        <a:buFont typeface="Arial" panose="020B0604020202020204" pitchFamily="34" charset="0"/>
                        <a:buChar char="•"/>
                      </a:pPr>
                      <a:r>
                        <a:rPr lang="en-US" sz="1200" b="1" kern="1200" dirty="0">
                          <a:solidFill>
                            <a:schemeClr val="dk1"/>
                          </a:solidFill>
                          <a:latin typeface="+mn-lt"/>
                          <a:ea typeface="+mn-ea"/>
                          <a:cs typeface="Arial" panose="020B0604020202020204" pitchFamily="34" charset="0"/>
                        </a:rPr>
                        <a:t>Data Quality and Testing:</a:t>
                      </a:r>
                      <a:r>
                        <a:rPr lang="en-US" sz="1200" kern="1200" dirty="0">
                          <a:solidFill>
                            <a:schemeClr val="dk1"/>
                          </a:solidFill>
                          <a:latin typeface="+mn-lt"/>
                          <a:ea typeface="+mn-ea"/>
                          <a:cs typeface="Arial" panose="020B0604020202020204" pitchFamily="34" charset="0"/>
                        </a:rPr>
                        <a:t> Plans include regression testing and validation of data flows to ensure accuracy and reliability post-migration.</a:t>
                      </a:r>
                      <a:endParaRPr lang="en-GB" sz="1200" kern="1200" dirty="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4132551289"/>
                  </a:ext>
                </a:extLst>
              </a:tr>
              <a:tr h="1084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5. Connect and Collaborate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Landscape complexity: </a:t>
                      </a:r>
                      <a:r>
                        <a:rPr lang="en-US" sz="1200" b="0" kern="1200">
                          <a:solidFill>
                            <a:schemeClr val="dk1"/>
                          </a:solidFill>
                          <a:latin typeface="+mn-lt"/>
                          <a:ea typeface="+mn-ea"/>
                          <a:cs typeface="Arial" panose="020B0604020202020204" pitchFamily="34" charset="0"/>
                        </a:rPr>
                        <a:t>The architecture acknowledges the complexity of the current environment, involving multiple stakeholders and legacy dependencies.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Coordinated Governance and Approval: </a:t>
                      </a:r>
                      <a:r>
                        <a:rPr lang="en-US" sz="1200" b="0" kern="1200">
                          <a:solidFill>
                            <a:schemeClr val="dk1"/>
                          </a:solidFill>
                          <a:latin typeface="+mn-lt"/>
                          <a:ea typeface="+mn-ea"/>
                          <a:cs typeface="Arial" panose="020B0604020202020204" pitchFamily="34" charset="0"/>
                        </a:rPr>
                        <a:t>Developed in alignment with Defra’s governance processes (SDA, TDA, CTWG), ensuring shared responsibility and transparency.</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Knowledge Consolidation: </a:t>
                      </a:r>
                      <a:r>
                        <a:rPr lang="en-US" sz="1200" b="0" kern="1200">
                          <a:solidFill>
                            <a:schemeClr val="dk1"/>
                          </a:solidFill>
                          <a:latin typeface="+mn-lt"/>
                          <a:ea typeface="+mn-ea"/>
                          <a:cs typeface="Arial" panose="020B0604020202020204" pitchFamily="34" charset="0"/>
                        </a:rPr>
                        <a:t>Documentation from current IIS configurations and operational practices will be consolidated to create a single source of truth.</a:t>
                      </a:r>
                      <a:endParaRPr lang="en-GB" sz="1200" b="0" kern="120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2884942079"/>
                  </a:ext>
                </a:extLst>
              </a:tr>
              <a:tr h="1313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6. Secure Today, Safe Tomorrow</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Secure-by-Design: </a:t>
                      </a:r>
                      <a:r>
                        <a:rPr lang="en-US" sz="1200" b="0" kern="1200">
                          <a:solidFill>
                            <a:schemeClr val="dk1"/>
                          </a:solidFill>
                          <a:latin typeface="+mn-lt"/>
                          <a:ea typeface="+mn-ea"/>
                          <a:cs typeface="Arial" panose="020B0604020202020204" pitchFamily="34" charset="0"/>
                        </a:rPr>
                        <a:t>The new architecture will embed security controls aligned with Defra’s approved security frameworks.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Cloud-Native Security Architecture: </a:t>
                      </a:r>
                      <a:r>
                        <a:rPr lang="en-US" sz="1200" b="0" kern="1200">
                          <a:solidFill>
                            <a:schemeClr val="dk1"/>
                          </a:solidFill>
                          <a:latin typeface="+mn-lt"/>
                          <a:ea typeface="+mn-ea"/>
                          <a:cs typeface="Arial" panose="020B0604020202020204" pitchFamily="34" charset="0"/>
                        </a:rPr>
                        <a:t>Designed to meet CCoE standards, ensuring scalability and resilience against evolving threats.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Move to Aligned Technologies: </a:t>
                      </a:r>
                      <a:r>
                        <a:rPr lang="en-GB">
                          <a:latin typeface="+mn-lt"/>
                        </a:rPr>
                        <a:t>The move away from unsupported legacy technologies to modern, secure cloud-native services ensures the platform remains safe and supportable in the future.</a:t>
                      </a:r>
                      <a:endParaRPr lang="en-GB" sz="1200" b="0" kern="120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3960690268"/>
                  </a:ext>
                </a:extLst>
              </a:tr>
            </a:tbl>
          </a:graphicData>
        </a:graphic>
      </p:graphicFrame>
    </p:spTree>
    <p:extLst>
      <p:ext uri="{BB962C8B-B14F-4D97-AF65-F5344CB8AC3E}">
        <p14:creationId xmlns:p14="http://schemas.microsoft.com/office/powerpoint/2010/main" val="3984236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9756-8BB4-2D31-3075-BDBFEE230C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3EEFDA-7D33-8197-5009-F28ACE10F7A1}"/>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97F572E8-296F-BF70-5FB5-D1EB9AD7BA0B}"/>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8" name="Table 7">
            <a:extLst>
              <a:ext uri="{FF2B5EF4-FFF2-40B4-BE49-F238E27FC236}">
                <a16:creationId xmlns:a16="http://schemas.microsoft.com/office/drawing/2014/main" id="{9AD75431-11E5-2A9B-B2C4-83D4FAE7C137}"/>
              </a:ext>
            </a:extLst>
          </p:cNvPr>
          <p:cNvGraphicFramePr>
            <a:graphicFrameLocks noGrp="1"/>
          </p:cNvGraphicFramePr>
          <p:nvPr>
            <p:extLst>
              <p:ext uri="{D42A27DB-BD31-4B8C-83A1-F6EECF244321}">
                <p14:modId xmlns:p14="http://schemas.microsoft.com/office/powerpoint/2010/main" val="1822481679"/>
              </p:ext>
            </p:extLst>
          </p:nvPr>
        </p:nvGraphicFramePr>
        <p:xfrm>
          <a:off x="954741" y="1568824"/>
          <a:ext cx="10623896" cy="354226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36176">
                <a:tc>
                  <a:txBody>
                    <a:bodyPr/>
                    <a:lstStyle/>
                    <a:p>
                      <a:pPr algn="ctr"/>
                      <a:r>
                        <a:rPr lang="en-GB" sz="1800" dirty="0">
                          <a:latin typeface="Aptos" panose="020B0004020202020204" pitchFamily="34" charset="0"/>
                          <a:cs typeface="Arial" panose="020B0604020202020204" pitchFamily="34" charset="0"/>
                        </a:rPr>
                        <a:t>Principle</a:t>
                      </a:r>
                    </a:p>
                  </a:txBody>
                  <a:tcPr anchor="ctr"/>
                </a:tc>
                <a:tc>
                  <a:txBody>
                    <a:bodyPr/>
                    <a:lstStyle/>
                    <a:p>
                      <a:pPr algn="ctr"/>
                      <a:r>
                        <a:rPr lang="en-GB" sz="1800">
                          <a:latin typeface="Aptos" panose="020B0004020202020204" pitchFamily="34" charset="0"/>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37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Aptos" panose="020B0004020202020204" pitchFamily="34" charset="0"/>
                          <a:cs typeface="Arial" panose="020B0604020202020204" pitchFamily="34" charset="0"/>
                        </a:rPr>
                        <a:t>7. Empower to Innovate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Removal of Legacy Constraints: </a:t>
                      </a:r>
                      <a:r>
                        <a:rPr lang="en-US" sz="1200" b="0" kern="1200" dirty="0">
                          <a:solidFill>
                            <a:schemeClr val="dk1"/>
                          </a:solidFill>
                          <a:latin typeface="Aptos" panose="020B0004020202020204" pitchFamily="34" charset="0"/>
                          <a:ea typeface="+mn-ea"/>
                          <a:cs typeface="Arial" panose="020B0604020202020204" pitchFamily="34" charset="0"/>
                        </a:rPr>
                        <a:t>Eliminating manual IIS configurations and outdated OS creates space for automation and innovation.</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Supportability and Scalability:</a:t>
                      </a:r>
                      <a:r>
                        <a:rPr lang="en-GB" sz="1200" b="0" kern="1200" dirty="0">
                          <a:solidFill>
                            <a:schemeClr val="dk1"/>
                          </a:solidFill>
                          <a:latin typeface="Aptos" panose="020B0004020202020204" pitchFamily="34" charset="0"/>
                          <a:ea typeface="+mn-ea"/>
                          <a:cs typeface="Arial" panose="020B0604020202020204" pitchFamily="34" charset="0"/>
                        </a:rPr>
                        <a:t> </a:t>
                      </a:r>
                      <a:r>
                        <a:rPr lang="en-US" sz="1200" b="0" kern="1200" dirty="0">
                          <a:solidFill>
                            <a:schemeClr val="dk1"/>
                          </a:solidFill>
                          <a:latin typeface="Aptos" panose="020B0004020202020204" pitchFamily="34" charset="0"/>
                          <a:ea typeface="+mn-ea"/>
                          <a:cs typeface="Arial" panose="020B0604020202020204" pitchFamily="34" charset="0"/>
                        </a:rPr>
                        <a:t>The architecture is designed for maintainability and scalability, reducing technical debt for future teams.</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Foundations for Future Capability: </a:t>
                      </a:r>
                      <a:r>
                        <a:rPr lang="en-US" sz="1200" b="0" kern="1200" dirty="0">
                          <a:solidFill>
                            <a:schemeClr val="dk1"/>
                          </a:solidFill>
                          <a:latin typeface="Aptos" panose="020B0004020202020204" pitchFamily="34" charset="0"/>
                          <a:ea typeface="+mn-ea"/>
                          <a:cs typeface="Arial" panose="020B0604020202020204" pitchFamily="34" charset="0"/>
                        </a:rPr>
                        <a:t>Moving to a </a:t>
                      </a:r>
                      <a:r>
                        <a:rPr lang="en-US" sz="1200" b="0" kern="1200" dirty="0" err="1">
                          <a:solidFill>
                            <a:schemeClr val="dk1"/>
                          </a:solidFill>
                          <a:latin typeface="Aptos" panose="020B0004020202020204" pitchFamily="34" charset="0"/>
                          <a:ea typeface="+mn-ea"/>
                          <a:cs typeface="Arial" panose="020B0604020202020204" pitchFamily="34" charset="0"/>
                        </a:rPr>
                        <a:t>CCoE</a:t>
                      </a:r>
                      <a:r>
                        <a:rPr lang="en-US" sz="1200" b="0" kern="1200" dirty="0">
                          <a:solidFill>
                            <a:schemeClr val="dk1"/>
                          </a:solidFill>
                          <a:latin typeface="Aptos" panose="020B0004020202020204" pitchFamily="34" charset="0"/>
                          <a:ea typeface="+mn-ea"/>
                          <a:cs typeface="Arial" panose="020B0604020202020204" pitchFamily="34" charset="0"/>
                        </a:rPr>
                        <a:t>-managed platform enables integration with modern DevOps practices and future enhancements.</a:t>
                      </a:r>
                      <a:endParaRPr lang="en-GB" sz="1200" b="0" kern="1200" dirty="0">
                        <a:solidFill>
                          <a:schemeClr val="dk1"/>
                        </a:solidFill>
                        <a:latin typeface="Aptos" panose="020B00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132551289"/>
                  </a:ext>
                </a:extLst>
              </a:tr>
              <a:tr h="18000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Aptos" panose="020B0004020202020204" pitchFamily="34" charset="0"/>
                          <a:cs typeface="Arial" panose="020B0604020202020204" pitchFamily="34" charset="0"/>
                        </a:rPr>
                        <a:t>8. Right Tools, Right Place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Strategic Platform: </a:t>
                      </a:r>
                      <a:r>
                        <a:rPr lang="en-US" sz="1200" b="0" kern="1200" dirty="0">
                          <a:solidFill>
                            <a:schemeClr val="dk1"/>
                          </a:solidFill>
                          <a:latin typeface="Aptos" panose="020B0004020202020204" pitchFamily="34" charset="0"/>
                          <a:ea typeface="+mn-ea"/>
                          <a:cs typeface="Arial" panose="020B0604020202020204" pitchFamily="34" charset="0"/>
                        </a:rPr>
                        <a:t>The architecture will be aligned with Defra’s approved technologies and cloud design templates, ensuring platform suitability and long-term sustainability for the migrated application.</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Fit for Purpose Technology Stack: </a:t>
                      </a:r>
                      <a:r>
                        <a:rPr lang="en-US" sz="1200" b="0" kern="1200" dirty="0">
                          <a:solidFill>
                            <a:schemeClr val="dk1"/>
                          </a:solidFill>
                          <a:latin typeface="Aptos" panose="020B0004020202020204" pitchFamily="34" charset="0"/>
                          <a:ea typeface="+mn-ea"/>
                          <a:cs typeface="Arial" panose="020B0604020202020204" pitchFamily="34" charset="0"/>
                        </a:rPr>
                        <a:t>The current system relies on Windows Server 2016 and IIS 10, with manual configurations and fragmented application pools. The new solution consolidates these into a cloud-native architecture appropriate to the scale and complexity of the service.</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DevOps Pipeline:</a:t>
                      </a:r>
                      <a:r>
                        <a:rPr lang="en-GB" sz="1200" b="0" kern="1200" dirty="0">
                          <a:solidFill>
                            <a:schemeClr val="dk1"/>
                          </a:solidFill>
                          <a:latin typeface="Aptos" panose="020B0004020202020204" pitchFamily="34" charset="0"/>
                          <a:ea typeface="+mn-ea"/>
                          <a:cs typeface="Arial" panose="020B0604020202020204" pitchFamily="34" charset="0"/>
                        </a:rPr>
                        <a:t> </a:t>
                      </a:r>
                      <a:r>
                        <a:rPr lang="en-US" sz="1200" b="0" kern="1200" dirty="0">
                          <a:solidFill>
                            <a:schemeClr val="dk1"/>
                          </a:solidFill>
                          <a:latin typeface="Aptos" panose="020B0004020202020204" pitchFamily="34" charset="0"/>
                          <a:ea typeface="+mn-ea"/>
                          <a:cs typeface="Arial" panose="020B0604020202020204" pitchFamily="34" charset="0"/>
                        </a:rPr>
                        <a:t>The architecture ensures that modern tools such as Azure DevOps, CI/CD workflows, and automated deployment pipelines are implemented across development, testing, and production stages, replacing manual processes and reducing operational risk.</a:t>
                      </a:r>
                      <a:endParaRPr lang="en-GB" sz="1200" b="0" kern="1200" dirty="0">
                        <a:solidFill>
                          <a:schemeClr val="dk1"/>
                        </a:solidFill>
                        <a:latin typeface="Aptos" panose="020B00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884942079"/>
                  </a:ext>
                </a:extLst>
              </a:tr>
            </a:tbl>
          </a:graphicData>
        </a:graphic>
      </p:graphicFrame>
    </p:spTree>
    <p:extLst>
      <p:ext uri="{BB962C8B-B14F-4D97-AF65-F5344CB8AC3E}">
        <p14:creationId xmlns:p14="http://schemas.microsoft.com/office/powerpoint/2010/main" val="3978979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8B5FD-58FD-F03B-F407-C3D1C832447F}"/>
              </a:ext>
            </a:extLst>
          </p:cNvPr>
          <p:cNvSpPr>
            <a:spLocks noGrp="1"/>
          </p:cNvSpPr>
          <p:nvPr>
            <p:ph type="ctrTitle"/>
          </p:nvPr>
        </p:nvSpPr>
        <p:spPr/>
        <p:txBody>
          <a:bodyPr/>
          <a:lstStyle/>
          <a:p>
            <a:r>
              <a:rPr lang="en-GB"/>
              <a:t>Appendices</a:t>
            </a:r>
          </a:p>
        </p:txBody>
      </p:sp>
    </p:spTree>
    <p:extLst>
      <p:ext uri="{BB962C8B-B14F-4D97-AF65-F5344CB8AC3E}">
        <p14:creationId xmlns:p14="http://schemas.microsoft.com/office/powerpoint/2010/main" val="1285540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D1C8-3A7F-D0DB-5F5D-11B7C71BFC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656078-1316-DFC1-0E7C-B0A58BCFE777}"/>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A1 - RAID Catalogue</a:t>
            </a:r>
          </a:p>
        </p:txBody>
      </p:sp>
      <p:sp>
        <p:nvSpPr>
          <p:cNvPr id="4" name="Date Placeholder 3">
            <a:extLst>
              <a:ext uri="{FF2B5EF4-FFF2-40B4-BE49-F238E27FC236}">
                <a16:creationId xmlns:a16="http://schemas.microsoft.com/office/drawing/2014/main" id="{267BA4D5-2051-617E-173E-D063EFD4C67A}"/>
              </a:ext>
            </a:extLst>
          </p:cNvPr>
          <p:cNvSpPr>
            <a:spLocks noGrp="1"/>
          </p:cNvSpPr>
          <p:nvPr>
            <p:ph type="dt" sz="half" idx="10"/>
          </p:nvPr>
        </p:nvSpPr>
        <p:spPr/>
        <p:txBody>
          <a:bodyPr/>
          <a:lstStyle/>
          <a:p>
            <a:fld id="{8E1521E2-C1A8-44CA-B011-E95BE679CC57}" type="datetime1">
              <a:rPr lang="en-GB" smtClean="0"/>
              <a:t>13/07/2026</a:t>
            </a:fld>
            <a:endParaRPr lang="en-GB"/>
          </a:p>
        </p:txBody>
      </p:sp>
      <p:sp>
        <p:nvSpPr>
          <p:cNvPr id="5" name="Slide Number Placeholder 4">
            <a:extLst>
              <a:ext uri="{FF2B5EF4-FFF2-40B4-BE49-F238E27FC236}">
                <a16:creationId xmlns:a16="http://schemas.microsoft.com/office/drawing/2014/main" id="{4878B3A1-A14C-585F-FAF6-648D66010D8E}"/>
              </a:ext>
            </a:extLst>
          </p:cNvPr>
          <p:cNvSpPr>
            <a:spLocks noGrp="1"/>
          </p:cNvSpPr>
          <p:nvPr>
            <p:ph type="sldNum" sz="quarter" idx="12"/>
          </p:nvPr>
        </p:nvSpPr>
        <p:spPr/>
        <p:txBody>
          <a:bodyPr/>
          <a:lstStyle/>
          <a:p>
            <a:fld id="{D54A9EDB-8E49-45DA-B8F1-10D42A336BCA}" type="slidenum">
              <a:rPr lang="en-GB" smtClean="0"/>
              <a:t>32</a:t>
            </a:fld>
            <a:endParaRPr lang="en-GB"/>
          </a:p>
        </p:txBody>
      </p:sp>
    </p:spTree>
    <p:extLst>
      <p:ext uri="{BB962C8B-B14F-4D97-AF65-F5344CB8AC3E}">
        <p14:creationId xmlns:p14="http://schemas.microsoft.com/office/powerpoint/2010/main" val="1763033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D12E-3679-8047-F10A-E3624AAD04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302CDE-7E84-A885-31BF-C4AA8A622E6E}"/>
              </a:ext>
            </a:extLst>
          </p:cNvPr>
          <p:cNvSpPr>
            <a:spLocks noGrp="1"/>
          </p:cNvSpPr>
          <p:nvPr>
            <p:ph type="title"/>
          </p:nvPr>
        </p:nvSpPr>
        <p:spPr>
          <a:xfrm>
            <a:off x="360000" y="408332"/>
            <a:ext cx="10135186" cy="470898"/>
          </a:xfrm>
        </p:spPr>
        <p:txBody>
          <a:bodyPr/>
          <a:lstStyle/>
          <a:p>
            <a:r>
              <a:rPr lang="en-GB"/>
              <a:t>Risks</a:t>
            </a:r>
          </a:p>
        </p:txBody>
      </p:sp>
      <p:graphicFrame>
        <p:nvGraphicFramePr>
          <p:cNvPr id="4" name="Table 3">
            <a:extLst>
              <a:ext uri="{FF2B5EF4-FFF2-40B4-BE49-F238E27FC236}">
                <a16:creationId xmlns:a16="http://schemas.microsoft.com/office/drawing/2014/main" id="{C6BB3321-AC41-A79B-4196-2C990166E332}"/>
              </a:ext>
            </a:extLst>
          </p:cNvPr>
          <p:cNvGraphicFramePr>
            <a:graphicFrameLocks noGrp="1"/>
          </p:cNvGraphicFramePr>
          <p:nvPr>
            <p:extLst>
              <p:ext uri="{D42A27DB-BD31-4B8C-83A1-F6EECF244321}">
                <p14:modId xmlns:p14="http://schemas.microsoft.com/office/powerpoint/2010/main" val="170738868"/>
              </p:ext>
            </p:extLst>
          </p:nvPr>
        </p:nvGraphicFramePr>
        <p:xfrm>
          <a:off x="431799" y="1080000"/>
          <a:ext cx="11130433" cy="2173683"/>
        </p:xfrm>
        <a:graphic>
          <a:graphicData uri="http://schemas.openxmlformats.org/drawingml/2006/table">
            <a:tbl>
              <a:tblPr firstRow="1" firstCol="1" bandRow="1">
                <a:tableStyleId>{00A15C55-8517-42AA-B614-E9B94910E393}</a:tableStyleId>
              </a:tblPr>
              <a:tblGrid>
                <a:gridCol w="539233">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000">
                  <a:extLst>
                    <a:ext uri="{9D8B030D-6E8A-4147-A177-3AD203B41FA5}">
                      <a16:colId xmlns:a16="http://schemas.microsoft.com/office/drawing/2014/main" val="2296728027"/>
                    </a:ext>
                  </a:extLst>
                </a:gridCol>
                <a:gridCol w="600266">
                  <a:extLst>
                    <a:ext uri="{9D8B030D-6E8A-4147-A177-3AD203B41FA5}">
                      <a16:colId xmlns:a16="http://schemas.microsoft.com/office/drawing/2014/main" val="234377315"/>
                    </a:ext>
                  </a:extLst>
                </a:gridCol>
                <a:gridCol w="4410934">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a:solidFill>
                            <a:schemeClr val="bg1"/>
                          </a:solidFill>
                          <a:effectLst/>
                          <a:latin typeface="+mn-lt"/>
                          <a:cs typeface="Arial"/>
                        </a:rPr>
                        <a:t>Ref</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Title</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Description</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RAG</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Impact</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Mitigation</a:t>
                      </a:r>
                      <a:endParaRPr lang="en-GB" sz="1100" b="1" i="0" u="none" strike="noStrike">
                        <a:solidFill>
                          <a:schemeClr val="bg1"/>
                        </a:solidFill>
                        <a:effectLst/>
                        <a:latin typeface="+mn-lt"/>
                        <a:cs typeface="Arial"/>
                      </a:endParaRPr>
                    </a:p>
                  </a:txBody>
                  <a:tcPr marL="45720" marR="45720" anchor="ctr"/>
                </a:tc>
                <a:extLst>
                  <a:ext uri="{0D108BD9-81ED-4DB2-BD59-A6C34878D82A}">
                    <a16:rowId xmlns:a16="http://schemas.microsoft.com/office/drawing/2014/main" val="1040091940"/>
                  </a:ext>
                </a:extLst>
              </a:tr>
              <a:tr h="720000">
                <a:tc>
                  <a:txBody>
                    <a:bodyPr/>
                    <a:lstStyle/>
                    <a:p>
                      <a:pPr lvl="0" algn="l">
                        <a:buNone/>
                      </a:pPr>
                      <a:r>
                        <a:rPr lang="en-GB" sz="1100" u="none" strike="noStrike">
                          <a:effectLst/>
                          <a:latin typeface="+mn-lt"/>
                          <a:cs typeface="Arial"/>
                        </a:rPr>
                        <a:t>R-001</a:t>
                      </a: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ea typeface="+mn-ea"/>
                          <a:cs typeface="+mn-cs"/>
                        </a:rPr>
                        <a:t>Direct Database Access via SSMS</a:t>
                      </a:r>
                      <a:endParaRPr lang="en-US" sz="1100" b="0" i="0" u="none" strike="noStrike" kern="1200">
                        <a:solidFill>
                          <a:srgbClr val="000000"/>
                        </a:solidFill>
                        <a:effectLst/>
                        <a:latin typeface="+mn-lt"/>
                        <a:ea typeface="+mn-ea"/>
                        <a:cs typeface="+mn-cs"/>
                      </a:endParaRP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ea typeface="+mn-ea"/>
                          <a:cs typeface="+mn-cs"/>
                        </a:rPr>
                        <a:t>End users connecting directly to the production SQL Server environment using SQL Server Management Studio (SSMS) via AVD in read-only mode, potentially bypassing application‑level controls and gaining access to sensitive data or executing unauthorized queries.</a:t>
                      </a:r>
                      <a:endParaRPr lang="en-US" sz="1100" b="0" i="0" u="none" strike="noStrike" kern="1200">
                        <a:solidFill>
                          <a:srgbClr val="000000"/>
                        </a:solidFill>
                        <a:effectLst/>
                        <a:latin typeface="+mn-lt"/>
                        <a:ea typeface="+mn-ea"/>
                        <a:cs typeface="+mn-cs"/>
                      </a:endParaRPr>
                    </a:p>
                  </a:txBody>
                  <a:tcPr marL="45720" marR="45720" anchor="ctr"/>
                </a:tc>
                <a:tc>
                  <a:txBody>
                    <a:bodyPr/>
                    <a:lstStyle/>
                    <a:p>
                      <a:pPr marL="0" lvl="0" algn="ctr" defTabSz="685800" rtl="0" eaLnBrk="1" fontAlgn="base" latinLnBrk="0" hangingPunct="1">
                        <a:lnSpc>
                          <a:spcPts val="1200"/>
                        </a:lnSpc>
                        <a:buNone/>
                      </a:pPr>
                      <a:r>
                        <a:rPr lang="en-GB" sz="1100" b="0" i="0" u="none" strike="noStrike" kern="1200">
                          <a:solidFill>
                            <a:srgbClr val="000000"/>
                          </a:solidFill>
                          <a:effectLst/>
                          <a:latin typeface="Aptos"/>
                          <a:ea typeface="+mn-ea"/>
                          <a:cs typeface="Arial"/>
                        </a:rPr>
                        <a:t>Amber</a:t>
                      </a:r>
                    </a:p>
                  </a:txBody>
                  <a:tcPr marL="45720" marR="45720" anchor="ctr">
                    <a:solidFill>
                      <a:srgbClr val="FFC000"/>
                    </a:solidFill>
                  </a:tcPr>
                </a:tc>
                <a:tc>
                  <a:txBody>
                    <a:bodyPr/>
                    <a:lstStyle/>
                    <a:p>
                      <a:pPr marL="0" lvl="0" algn="ctr" defTabSz="685800" rtl="0" eaLnBrk="1" fontAlgn="base" latinLnBrk="0" hangingPunct="1">
                        <a:lnSpc>
                          <a:spcPts val="1200"/>
                        </a:lnSpc>
                        <a:buNone/>
                      </a:pPr>
                      <a:r>
                        <a:rPr lang="en-GB" sz="1100" b="0" i="0" u="none" strike="noStrike" kern="1200">
                          <a:solidFill>
                            <a:srgbClr val="000000"/>
                          </a:solidFill>
                          <a:effectLst/>
                          <a:latin typeface="Aptos"/>
                          <a:ea typeface="+mn-ea"/>
                          <a:cs typeface="Arial"/>
                        </a:rPr>
                        <a:t>Medium</a:t>
                      </a:r>
                    </a:p>
                  </a:txBody>
                  <a:tcPr marL="45720" marR="45720" anchor="ctr">
                    <a:solidFill>
                      <a:srgbClr val="FFC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Provide controlled reporting interfaces; implement audit logging; educate users on secure data access practices; review permissions periodically.</a:t>
                      </a:r>
                    </a:p>
                    <a:p>
                      <a:pPr lvl="0" algn="l">
                        <a:lnSpc>
                          <a:spcPct val="100000"/>
                        </a:lnSpc>
                        <a:spcBef>
                          <a:spcPts val="0"/>
                        </a:spcBef>
                        <a:spcAft>
                          <a:spcPts val="0"/>
                        </a:spcAft>
                        <a:buNone/>
                      </a:pPr>
                      <a:endParaRPr lang="en-GB" sz="1100" b="0" i="0" u="none" strike="noStrike" kern="1200" noProof="0">
                        <a:solidFill>
                          <a:srgbClr val="000000"/>
                        </a:solidFill>
                        <a:effectLst/>
                        <a:latin typeface="+mn-lt"/>
                      </a:endParaRPr>
                    </a:p>
                  </a:txBody>
                  <a:tcPr marL="45720" marR="45720" anchor="ctr"/>
                </a:tc>
                <a:extLst>
                  <a:ext uri="{0D108BD9-81ED-4DB2-BD59-A6C34878D82A}">
                    <a16:rowId xmlns:a16="http://schemas.microsoft.com/office/drawing/2014/main" val="1533856958"/>
                  </a:ext>
                </a:extLst>
              </a:tr>
              <a:tr h="806403">
                <a:tc>
                  <a:txBody>
                    <a:bodyPr/>
                    <a:lstStyle/>
                    <a:p>
                      <a:pPr lvl="0" algn="l">
                        <a:buNone/>
                      </a:pPr>
                      <a:r>
                        <a:rPr lang="en-GB" sz="1100" u="none" strike="noStrike">
                          <a:effectLst/>
                          <a:latin typeface="+mn-lt"/>
                          <a:cs typeface="Arial"/>
                        </a:rPr>
                        <a:t>R-002</a:t>
                      </a: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Security vulnerabilities</a:t>
                      </a:r>
                      <a:endParaRPr lang="en-US" sz="1100">
                        <a:latin typeface="+mn-lt"/>
                      </a:endParaRP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BSE system is often outdated and unpatched, making cloud transitions high‑risk if not secured.</a:t>
                      </a:r>
                    </a:p>
                    <a:p>
                      <a:pPr lvl="0" algn="l">
                        <a:lnSpc>
                          <a:spcPct val="100000"/>
                        </a:lnSpc>
                        <a:spcBef>
                          <a:spcPts val="0"/>
                        </a:spcBef>
                        <a:spcAft>
                          <a:spcPts val="0"/>
                        </a:spcAft>
                        <a:buNone/>
                      </a:pPr>
                      <a:endParaRPr lang="en-GB" sz="1100" b="0" i="0" u="none" strike="noStrike" kern="1200" noProof="0">
                        <a:solidFill>
                          <a:srgbClr val="000000"/>
                        </a:solidFill>
                        <a:effectLst/>
                        <a:latin typeface="+mn-lt"/>
                        <a:ea typeface="+mn-ea"/>
                        <a:cs typeface="+mn-cs"/>
                      </a:endParaRPr>
                    </a:p>
                  </a:txBody>
                  <a:tcPr marL="45720" marR="45720" anchor="ctr"/>
                </a:tc>
                <a:tc>
                  <a:txBody>
                    <a:bodyPr/>
                    <a:lstStyle/>
                    <a:p>
                      <a:pPr lvl="0" algn="l">
                        <a:buNone/>
                      </a:pPr>
                      <a:r>
                        <a:rPr lang="en-GB" sz="1100" b="0" i="0" u="none" strike="noStrike">
                          <a:solidFill>
                            <a:srgbClr val="000000"/>
                          </a:solidFill>
                          <a:effectLst/>
                          <a:latin typeface="+mn-lt"/>
                          <a:cs typeface="Arial"/>
                        </a:rPr>
                        <a:t>Red</a:t>
                      </a:r>
                    </a:p>
                  </a:txBody>
                  <a:tcPr marL="45720" marR="45720" anchor="ctr">
                    <a:solidFill>
                      <a:srgbClr val="FF0000"/>
                    </a:solidFill>
                  </a:tcPr>
                </a:tc>
                <a:tc>
                  <a:txBody>
                    <a:bodyPr/>
                    <a:lstStyle/>
                    <a:p>
                      <a:pPr lvl="0" algn="l">
                        <a:buNone/>
                      </a:pPr>
                      <a:r>
                        <a:rPr lang="en-GB" sz="1100" b="0" i="0" u="none" strike="noStrike" kern="1200">
                          <a:solidFill>
                            <a:srgbClr val="000000"/>
                          </a:solidFill>
                          <a:effectLst/>
                          <a:latin typeface="+mn-lt"/>
                          <a:ea typeface="+mn-ea"/>
                          <a:cs typeface="+mn-cs"/>
                        </a:rPr>
                        <a:t>High</a:t>
                      </a:r>
                    </a:p>
                  </a:txBody>
                  <a:tcPr marL="45720" marR="45720" anchor="ctr">
                    <a:solidFill>
                      <a:srgbClr val="FF0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Leverage cloud provider security features with identity hardening, zero‑trust control &amp; encryption</a:t>
                      </a:r>
                      <a:endParaRPr lang="en-US" sz="1100">
                        <a:latin typeface="+mn-lt"/>
                      </a:endParaRPr>
                    </a:p>
                  </a:txBody>
                  <a:tcPr marL="45720" marR="45720" anchor="ctr"/>
                </a:tc>
                <a:extLst>
                  <a:ext uri="{0D108BD9-81ED-4DB2-BD59-A6C34878D82A}">
                    <a16:rowId xmlns:a16="http://schemas.microsoft.com/office/drawing/2014/main" val="955431639"/>
                  </a:ext>
                </a:extLst>
              </a:tr>
            </a:tbl>
          </a:graphicData>
        </a:graphic>
      </p:graphicFrame>
    </p:spTree>
    <p:extLst>
      <p:ext uri="{BB962C8B-B14F-4D97-AF65-F5344CB8AC3E}">
        <p14:creationId xmlns:p14="http://schemas.microsoft.com/office/powerpoint/2010/main" val="2104454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7A68-9080-C239-285A-1F10E9F38A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6F463B-0E52-6DE0-89A2-867ACB669C1E}"/>
              </a:ext>
            </a:extLst>
          </p:cNvPr>
          <p:cNvSpPr>
            <a:spLocks noGrp="1"/>
          </p:cNvSpPr>
          <p:nvPr>
            <p:ph type="title"/>
          </p:nvPr>
        </p:nvSpPr>
        <p:spPr>
          <a:xfrm>
            <a:off x="360000" y="406800"/>
            <a:ext cx="10442575" cy="470898"/>
          </a:xfrm>
        </p:spPr>
        <p:txBody>
          <a:bodyPr/>
          <a:lstStyle/>
          <a:p>
            <a:r>
              <a:rPr lang="en-GB"/>
              <a:t>Assumptions</a:t>
            </a:r>
          </a:p>
        </p:txBody>
      </p:sp>
      <p:graphicFrame>
        <p:nvGraphicFramePr>
          <p:cNvPr id="5" name="Table 4">
            <a:extLst>
              <a:ext uri="{FF2B5EF4-FFF2-40B4-BE49-F238E27FC236}">
                <a16:creationId xmlns:a16="http://schemas.microsoft.com/office/drawing/2014/main" id="{BFF9E08C-F3A1-C911-9DB3-5512CC15721F}"/>
              </a:ext>
            </a:extLst>
          </p:cNvPr>
          <p:cNvGraphicFramePr>
            <a:graphicFrameLocks noGrp="1"/>
          </p:cNvGraphicFramePr>
          <p:nvPr>
            <p:extLst>
              <p:ext uri="{D42A27DB-BD31-4B8C-83A1-F6EECF244321}">
                <p14:modId xmlns:p14="http://schemas.microsoft.com/office/powerpoint/2010/main" val="1875181481"/>
              </p:ext>
            </p:extLst>
          </p:nvPr>
        </p:nvGraphicFramePr>
        <p:xfrm>
          <a:off x="432000" y="1080000"/>
          <a:ext cx="11130759" cy="2892424"/>
        </p:xfrm>
        <a:graphic>
          <a:graphicData uri="http://schemas.openxmlformats.org/drawingml/2006/table">
            <a:tbl>
              <a:tblPr firstRow="1" firstCol="1" bandRow="1">
                <a:tableStyleId>{00A15C55-8517-42AA-B614-E9B94910E393}</a:tableStyleId>
              </a:tblPr>
              <a:tblGrid>
                <a:gridCol w="539559">
                  <a:extLst>
                    <a:ext uri="{9D8B030D-6E8A-4147-A177-3AD203B41FA5}">
                      <a16:colId xmlns:a16="http://schemas.microsoft.com/office/drawing/2014/main" val="3372182442"/>
                    </a:ext>
                  </a:extLst>
                </a:gridCol>
                <a:gridCol w="1800000">
                  <a:extLst>
                    <a:ext uri="{9D8B030D-6E8A-4147-A177-3AD203B41FA5}">
                      <a16:colId xmlns:a16="http://schemas.microsoft.com/office/drawing/2014/main" val="829462307"/>
                    </a:ext>
                  </a:extLst>
                </a:gridCol>
                <a:gridCol w="3240000">
                  <a:extLst>
                    <a:ext uri="{9D8B030D-6E8A-4147-A177-3AD203B41FA5}">
                      <a16:colId xmlns:a16="http://schemas.microsoft.com/office/drawing/2014/main" val="1926322748"/>
                    </a:ext>
                  </a:extLst>
                </a:gridCol>
                <a:gridCol w="540000">
                  <a:extLst>
                    <a:ext uri="{9D8B030D-6E8A-4147-A177-3AD203B41FA5}">
                      <a16:colId xmlns:a16="http://schemas.microsoft.com/office/drawing/2014/main" val="1896077703"/>
                    </a:ext>
                  </a:extLst>
                </a:gridCol>
                <a:gridCol w="547200">
                  <a:extLst>
                    <a:ext uri="{9D8B030D-6E8A-4147-A177-3AD203B41FA5}">
                      <a16:colId xmlns:a16="http://schemas.microsoft.com/office/drawing/2014/main" val="501786207"/>
                    </a:ext>
                  </a:extLst>
                </a:gridCol>
                <a:gridCol w="4464000">
                  <a:extLst>
                    <a:ext uri="{9D8B030D-6E8A-4147-A177-3AD203B41FA5}">
                      <a16:colId xmlns:a16="http://schemas.microsoft.com/office/drawing/2014/main" val="1263922523"/>
                    </a:ext>
                  </a:extLst>
                </a:gridCol>
              </a:tblGrid>
              <a:tr h="270000">
                <a:tc>
                  <a:txBody>
                    <a:bodyPr/>
                    <a:lstStyle/>
                    <a:p>
                      <a:pPr algn="ctr" fontAlgn="base">
                        <a:lnSpc>
                          <a:spcPts val="1200"/>
                        </a:lnSpc>
                        <a:buNone/>
                      </a:pPr>
                      <a:r>
                        <a:rPr lang="en-GB" sz="1100" b="1" u="none" strike="noStrike">
                          <a:solidFill>
                            <a:schemeClr val="bg1"/>
                          </a:solidFill>
                          <a:effectLst/>
                          <a:latin typeface="+mn-lt"/>
                          <a:cs typeface="Arial"/>
                        </a:rPr>
                        <a:t>Ref</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Title</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Description</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RAG</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Impact</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Mitigation</a:t>
                      </a:r>
                      <a:endParaRPr lang="en-GB" sz="1100">
                        <a:effectLst/>
                        <a:latin typeface="+mn-lt"/>
                      </a:endParaRPr>
                    </a:p>
                  </a:txBody>
                  <a:tcPr marL="45720" marR="45720" anchor="ctr"/>
                </a:tc>
                <a:extLst>
                  <a:ext uri="{0D108BD9-81ED-4DB2-BD59-A6C34878D82A}">
                    <a16:rowId xmlns:a16="http://schemas.microsoft.com/office/drawing/2014/main" val="2026575515"/>
                  </a:ext>
                </a:extLst>
              </a:tr>
              <a:tr h="800100">
                <a:tc>
                  <a:txBody>
                    <a:bodyPr/>
                    <a:lstStyle/>
                    <a:p>
                      <a:pPr algn="ctr" fontAlgn="base">
                        <a:lnSpc>
                          <a:spcPts val="1200"/>
                        </a:lnSpc>
                        <a:buNone/>
                      </a:pPr>
                      <a:r>
                        <a:rPr lang="en-GB" sz="1100" b="1">
                          <a:solidFill>
                            <a:srgbClr val="FFFFFF"/>
                          </a:solidFill>
                          <a:effectLst/>
                        </a:rPr>
                        <a:t>A-001</a:t>
                      </a:r>
                      <a:endParaRPr lang="en-GB" sz="1100">
                        <a:effectLst/>
                        <a:latin typeface="+mn-lt"/>
                      </a:endParaRPr>
                    </a:p>
                  </a:txBody>
                  <a:tcPr marL="7620" marR="7620" marT="7620" anchor="ctr"/>
                </a:tc>
                <a:tc>
                  <a:txBody>
                    <a:bodyPr/>
                    <a:lstStyle/>
                    <a:p>
                      <a:pPr fontAlgn="base">
                        <a:lnSpc>
                          <a:spcPts val="1200"/>
                        </a:lnSpc>
                        <a:buNone/>
                      </a:pPr>
                      <a:r>
                        <a:rPr lang="en-GB" sz="1100">
                          <a:effectLst/>
                        </a:rPr>
                        <a:t>Full Application &amp; Data Access</a:t>
                      </a:r>
                      <a:endParaRPr lang="en-GB" sz="1100">
                        <a:effectLst/>
                        <a:latin typeface="+mn-lt"/>
                      </a:endParaRPr>
                    </a:p>
                  </a:txBody>
                  <a:tcPr marL="7620" marR="7620" marT="7620" anchor="ctr"/>
                </a:tc>
                <a:tc>
                  <a:txBody>
                    <a:bodyPr/>
                    <a:lstStyle/>
                    <a:p>
                      <a:pPr fontAlgn="base">
                        <a:lnSpc>
                          <a:spcPts val="1200"/>
                        </a:lnSpc>
                        <a:buNone/>
                      </a:pPr>
                      <a:r>
                        <a:rPr lang="en-GB" sz="1100">
                          <a:effectLst/>
                        </a:rPr>
                        <a:t>Will have access to </a:t>
                      </a:r>
                    </a:p>
                    <a:p>
                      <a:pPr marL="342900" lvl="0" indent="-342900" fontAlgn="base">
                        <a:lnSpc>
                          <a:spcPts val="1200"/>
                        </a:lnSpc>
                        <a:buFont typeface="Arial" panose="020B0604020202020204" pitchFamily="34" charset="0"/>
                        <a:buChar char="•"/>
                      </a:pPr>
                      <a:r>
                        <a:rPr lang="en-GB" sz="1100">
                          <a:effectLst/>
                        </a:rPr>
                        <a:t>full source code</a:t>
                      </a:r>
                    </a:p>
                    <a:p>
                      <a:pPr marL="342900" lvl="0" indent="-342900" fontAlgn="base">
                        <a:lnSpc>
                          <a:spcPts val="1200"/>
                        </a:lnSpc>
                        <a:buFont typeface="Arial" panose="020B0604020202020204" pitchFamily="34" charset="0"/>
                        <a:buChar char="•"/>
                      </a:pPr>
                      <a:r>
                        <a:rPr lang="en-GB" sz="1100">
                          <a:effectLst/>
                        </a:rPr>
                        <a:t>database schemas</a:t>
                      </a:r>
                    </a:p>
                    <a:p>
                      <a:pPr marL="342900" lvl="0" indent="-342900" fontAlgn="base">
                        <a:lnSpc>
                          <a:spcPts val="1200"/>
                        </a:lnSpc>
                        <a:buFont typeface="Arial" panose="020B0604020202020204" pitchFamily="34" charset="0"/>
                        <a:buChar char="•"/>
                      </a:pPr>
                      <a:r>
                        <a:rPr lang="en-GB" sz="1100">
                          <a:effectLst/>
                        </a:rPr>
                        <a:t>build scripts</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Low</a:t>
                      </a:r>
                      <a:endParaRPr lang="en-GB" sz="1100">
                        <a:effectLst/>
                        <a:latin typeface="+mn-lt"/>
                      </a:endParaRPr>
                    </a:p>
                  </a:txBody>
                  <a:tcPr marL="7620" marR="7620" marT="7620" anchor="ctr">
                    <a:solidFill>
                      <a:srgbClr val="92D050"/>
                    </a:solidFill>
                  </a:tcPr>
                </a:tc>
                <a:tc>
                  <a:txBody>
                    <a:bodyPr/>
                    <a:lstStyle/>
                    <a:p>
                      <a:pPr fontAlgn="base">
                        <a:lnSpc>
                          <a:spcPts val="1200"/>
                        </a:lnSpc>
                        <a:buNone/>
                      </a:pPr>
                      <a:r>
                        <a:rPr lang="en-GB" sz="1100">
                          <a:effectLst/>
                        </a:rPr>
                        <a:t>Confirm receipt of all artifacts during discovery; validate build process independently; store in Defra’s secure repo; document build/run instructions.</a:t>
                      </a:r>
                      <a:endParaRPr lang="en-GB" sz="1100">
                        <a:effectLst/>
                        <a:latin typeface="+mn-lt"/>
                      </a:endParaRPr>
                    </a:p>
                  </a:txBody>
                  <a:tcPr marL="7620" marR="7620" marT="7620" anchor="ctr"/>
                </a:tc>
                <a:extLst>
                  <a:ext uri="{0D108BD9-81ED-4DB2-BD59-A6C34878D82A}">
                    <a16:rowId xmlns:a16="http://schemas.microsoft.com/office/drawing/2014/main" val="2573917470"/>
                  </a:ext>
                </a:extLst>
              </a:tr>
              <a:tr h="400050">
                <a:tc>
                  <a:txBody>
                    <a:bodyPr/>
                    <a:lstStyle/>
                    <a:p>
                      <a:pPr algn="ctr" fontAlgn="base">
                        <a:lnSpc>
                          <a:spcPts val="1200"/>
                        </a:lnSpc>
                        <a:buNone/>
                      </a:pPr>
                      <a:r>
                        <a:rPr lang="en-GB" sz="1100" b="1">
                          <a:solidFill>
                            <a:srgbClr val="FFFFFF"/>
                          </a:solidFill>
                          <a:effectLst/>
                        </a:rPr>
                        <a:t>A-002</a:t>
                      </a:r>
                      <a:endParaRPr lang="en-GB" sz="1100">
                        <a:effectLst/>
                        <a:latin typeface="+mn-lt"/>
                      </a:endParaRPr>
                    </a:p>
                  </a:txBody>
                  <a:tcPr marL="7620" marR="7620" marT="7620" anchor="ctr"/>
                </a:tc>
                <a:tc>
                  <a:txBody>
                    <a:bodyPr/>
                    <a:lstStyle/>
                    <a:p>
                      <a:pPr fontAlgn="base">
                        <a:lnSpc>
                          <a:spcPts val="1200"/>
                        </a:lnSpc>
                        <a:buNone/>
                      </a:pPr>
                      <a:r>
                        <a:rPr lang="en-GB" sz="1100">
                          <a:effectLst/>
                        </a:rPr>
                        <a:t>No Functional Change</a:t>
                      </a:r>
                      <a:endParaRPr lang="en-GB" sz="1100">
                        <a:effectLst/>
                        <a:latin typeface="+mn-lt"/>
                      </a:endParaRPr>
                    </a:p>
                  </a:txBody>
                  <a:tcPr marL="7620" marR="7620" marT="7620" anchor="ctr"/>
                </a:tc>
                <a:tc>
                  <a:txBody>
                    <a:bodyPr/>
                    <a:lstStyle/>
                    <a:p>
                      <a:pPr fontAlgn="base">
                        <a:lnSpc>
                          <a:spcPts val="1200"/>
                        </a:lnSpc>
                        <a:buNone/>
                      </a:pPr>
                      <a:r>
                        <a:rPr lang="en-GB" sz="1100">
                          <a:effectLst/>
                        </a:rPr>
                        <a:t>Only infrastructure ownership will change — not UI or functional behaviour.</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Low</a:t>
                      </a:r>
                      <a:endParaRPr lang="en-GB" sz="1100">
                        <a:effectLst/>
                        <a:latin typeface="+mn-lt"/>
                      </a:endParaRPr>
                    </a:p>
                  </a:txBody>
                  <a:tcPr marL="7620" marR="7620" marT="7620" anchor="ctr">
                    <a:solidFill>
                      <a:srgbClr val="92D050"/>
                    </a:solidFill>
                  </a:tcPr>
                </a:tc>
                <a:tc>
                  <a:txBody>
                    <a:bodyPr/>
                    <a:lstStyle/>
                    <a:p>
                      <a:pPr fontAlgn="base">
                        <a:lnSpc>
                          <a:spcPts val="1200"/>
                        </a:lnSpc>
                        <a:buNone/>
                      </a:pPr>
                      <a:r>
                        <a:rPr lang="en-GB" sz="1100">
                          <a:effectLst/>
                        </a:rPr>
                        <a:t>Validate functional parity in UAT; regression testing; maintain rollback plan.</a:t>
                      </a:r>
                      <a:endParaRPr lang="en-GB" sz="1100">
                        <a:effectLst/>
                        <a:latin typeface="+mn-lt"/>
                      </a:endParaRPr>
                    </a:p>
                  </a:txBody>
                  <a:tcPr marL="7620" marR="7620" marT="7620" anchor="ctr"/>
                </a:tc>
                <a:extLst>
                  <a:ext uri="{0D108BD9-81ED-4DB2-BD59-A6C34878D82A}">
                    <a16:rowId xmlns:a16="http://schemas.microsoft.com/office/drawing/2014/main" val="664614006"/>
                  </a:ext>
                </a:extLst>
              </a:tr>
              <a:tr h="400050">
                <a:tc>
                  <a:txBody>
                    <a:bodyPr/>
                    <a:lstStyle/>
                    <a:p>
                      <a:pPr algn="ctr" fontAlgn="base">
                        <a:lnSpc>
                          <a:spcPts val="1200"/>
                        </a:lnSpc>
                        <a:buNone/>
                      </a:pPr>
                      <a:r>
                        <a:rPr lang="en-GB" sz="1100" b="1">
                          <a:solidFill>
                            <a:srgbClr val="FFFFFF"/>
                          </a:solidFill>
                          <a:effectLst/>
                        </a:rPr>
                        <a:t>A-003</a:t>
                      </a:r>
                      <a:endParaRPr lang="en-GB" sz="1100">
                        <a:effectLst/>
                        <a:latin typeface="+mn-lt"/>
                      </a:endParaRPr>
                    </a:p>
                  </a:txBody>
                  <a:tcPr marL="7620" marR="7620" marT="7620" anchor="ctr"/>
                </a:tc>
                <a:tc>
                  <a:txBody>
                    <a:bodyPr/>
                    <a:lstStyle/>
                    <a:p>
                      <a:pPr fontAlgn="base">
                        <a:lnSpc>
                          <a:spcPts val="1200"/>
                        </a:lnSpc>
                        <a:buNone/>
                      </a:pPr>
                      <a:r>
                        <a:rPr lang="en-GB" sz="1100">
                          <a:effectLst/>
                        </a:rPr>
                        <a:t>Defra Security Policies will be applied</a:t>
                      </a:r>
                      <a:endParaRPr lang="en-GB" sz="1100">
                        <a:effectLst/>
                        <a:latin typeface="+mn-lt"/>
                      </a:endParaRPr>
                    </a:p>
                  </a:txBody>
                  <a:tcPr marL="7620" marR="7620" marT="7620" anchor="ctr"/>
                </a:tc>
                <a:tc>
                  <a:txBody>
                    <a:bodyPr/>
                    <a:lstStyle/>
                    <a:p>
                      <a:pPr fontAlgn="base">
                        <a:lnSpc>
                          <a:spcPts val="1200"/>
                        </a:lnSpc>
                        <a:buNone/>
                      </a:pPr>
                      <a:r>
                        <a:rPr lang="en-GB" sz="1100">
                          <a:effectLst/>
                        </a:rPr>
                        <a:t>Identity, access management, and auditing will align with Defra policies,</a:t>
                      </a:r>
                      <a:endParaRPr lang="en-GB" sz="1100">
                        <a:effectLst/>
                        <a:latin typeface="+mn-lt"/>
                      </a:endParaRPr>
                    </a:p>
                  </a:txBody>
                  <a:tcPr marL="7620" marR="7620" marT="7620" anchor="ctr"/>
                </a:tc>
                <a:tc>
                  <a:txBody>
                    <a:bodyPr/>
                    <a:lstStyle/>
                    <a:p>
                      <a:pPr algn="ctr" fontAlgn="base">
                        <a:lnSpc>
                          <a:spcPts val="1200"/>
                        </a:lnSpc>
                        <a:buNone/>
                      </a:pPr>
                      <a:r>
                        <a:rPr lang="en-GB" sz="1100" b="0" i="0" u="none" strike="noStrike" kern="1200">
                          <a:solidFill>
                            <a:srgbClr val="000000"/>
                          </a:solidFill>
                          <a:effectLst/>
                          <a:latin typeface="Aptos"/>
                          <a:ea typeface="+mn-ea"/>
                          <a:cs typeface="Arial"/>
                        </a:rPr>
                        <a:t>Amber</a:t>
                      </a:r>
                    </a:p>
                  </a:txBody>
                  <a:tcPr marL="7620" marR="7620" marT="7620" anchor="ctr">
                    <a:solidFill>
                      <a:srgbClr val="FFC000"/>
                    </a:solidFill>
                  </a:tcPr>
                </a:tc>
                <a:tc>
                  <a:txBody>
                    <a:bodyPr/>
                    <a:lstStyle/>
                    <a:p>
                      <a:pPr algn="ctr" fontAlgn="base">
                        <a:lnSpc>
                          <a:spcPts val="1200"/>
                        </a:lnSpc>
                        <a:buNone/>
                      </a:pPr>
                      <a:r>
                        <a:rPr lang="en-GB" sz="1100">
                          <a:effectLst/>
                        </a:rPr>
                        <a:t>Medium</a:t>
                      </a:r>
                      <a:endParaRPr lang="en-GB" sz="1100">
                        <a:effectLst/>
                        <a:latin typeface="+mn-lt"/>
                      </a:endParaRPr>
                    </a:p>
                  </a:txBody>
                  <a:tcPr marL="7620" marR="7620" marT="7620" anchor="ctr">
                    <a:solidFill>
                      <a:srgbClr val="FFC000"/>
                    </a:solidFill>
                  </a:tcPr>
                </a:tc>
                <a:tc>
                  <a:txBody>
                    <a:bodyPr/>
                    <a:lstStyle/>
                    <a:p>
                      <a:pPr fontAlgn="base">
                        <a:lnSpc>
                          <a:spcPts val="1200"/>
                        </a:lnSpc>
                        <a:buNone/>
                      </a:pPr>
                      <a:r>
                        <a:rPr lang="en-GB" sz="1100">
                          <a:effectLst/>
                        </a:rPr>
                        <a:t>Apply Defra IAM standards (MFA, Conditional Access); enable audit logging;</a:t>
                      </a:r>
                      <a:endParaRPr lang="en-GB" sz="1100">
                        <a:effectLst/>
                        <a:latin typeface="+mn-lt"/>
                      </a:endParaRPr>
                    </a:p>
                  </a:txBody>
                  <a:tcPr marL="7620" marR="7620" marT="7620" anchor="ctr"/>
                </a:tc>
                <a:extLst>
                  <a:ext uri="{0D108BD9-81ED-4DB2-BD59-A6C34878D82A}">
                    <a16:rowId xmlns:a16="http://schemas.microsoft.com/office/drawing/2014/main" val="976358843"/>
                  </a:ext>
                </a:extLst>
              </a:tr>
              <a:tr h="400050">
                <a:tc>
                  <a:txBody>
                    <a:bodyPr/>
                    <a:lstStyle/>
                    <a:p>
                      <a:pPr algn="ctr" fontAlgn="base">
                        <a:lnSpc>
                          <a:spcPts val="1200"/>
                        </a:lnSpc>
                        <a:buNone/>
                      </a:pPr>
                      <a:r>
                        <a:rPr lang="en-GB" sz="1100" b="1" dirty="0">
                          <a:solidFill>
                            <a:srgbClr val="FFFFFF"/>
                          </a:solidFill>
                          <a:effectLst/>
                        </a:rPr>
                        <a:t>A-004</a:t>
                      </a:r>
                      <a:endParaRPr lang="en-GB" sz="1100" dirty="0">
                        <a:effectLst/>
                        <a:latin typeface="+mn-lt"/>
                      </a:endParaRPr>
                    </a:p>
                  </a:txBody>
                  <a:tcPr marL="7620" marR="7620" marT="7620" anchor="ctr"/>
                </a:tc>
                <a:tc>
                  <a:txBody>
                    <a:bodyPr/>
                    <a:lstStyle/>
                    <a:p>
                      <a:pPr fontAlgn="base">
                        <a:lnSpc>
                          <a:spcPts val="1200"/>
                        </a:lnSpc>
                        <a:buNone/>
                      </a:pPr>
                      <a:r>
                        <a:rPr lang="en-GB" sz="1100" dirty="0">
                          <a:effectLst/>
                        </a:rPr>
                        <a:t>Azure Environment Availability</a:t>
                      </a:r>
                      <a:endParaRPr lang="en-GB" sz="1100" dirty="0">
                        <a:effectLst/>
                        <a:latin typeface="+mn-lt"/>
                      </a:endParaRPr>
                    </a:p>
                  </a:txBody>
                  <a:tcPr marL="7620" marR="7620" marT="7620" anchor="ctr"/>
                </a:tc>
                <a:tc>
                  <a:txBody>
                    <a:bodyPr/>
                    <a:lstStyle/>
                    <a:p>
                      <a:pPr fontAlgn="base">
                        <a:lnSpc>
                          <a:spcPts val="1200"/>
                        </a:lnSpc>
                        <a:buNone/>
                      </a:pPr>
                      <a:r>
                        <a:rPr lang="en-GB" sz="1100">
                          <a:effectLst/>
                        </a:rPr>
                        <a:t>Defra’s Azure environment and governance framework are established and available for the project. </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High</a:t>
                      </a:r>
                      <a:endParaRPr lang="en-GB" sz="1100">
                        <a:effectLst/>
                        <a:latin typeface="+mn-lt"/>
                      </a:endParaRPr>
                    </a:p>
                  </a:txBody>
                  <a:tcPr marL="7620" marR="7620" marT="7620" anchor="ctr">
                    <a:solidFill>
                      <a:srgbClr val="FF0000"/>
                    </a:solidFill>
                  </a:tcPr>
                </a:tc>
                <a:tc>
                  <a:txBody>
                    <a:bodyPr/>
                    <a:lstStyle/>
                    <a:p>
                      <a:pPr fontAlgn="base">
                        <a:lnSpc>
                          <a:spcPts val="1200"/>
                        </a:lnSpc>
                        <a:buNone/>
                      </a:pPr>
                      <a:r>
                        <a:rPr lang="en-GB" sz="1100" dirty="0">
                          <a:effectLst/>
                        </a:rPr>
                        <a:t>Verify environment readiness and document current configurations.</a:t>
                      </a:r>
                      <a:endParaRPr lang="en-GB" sz="1100" dirty="0">
                        <a:effectLst/>
                        <a:latin typeface="+mn-lt"/>
                      </a:endParaRPr>
                    </a:p>
                  </a:txBody>
                  <a:tcPr marL="7620" marR="7620" marT="7620" anchor="ctr"/>
                </a:tc>
                <a:extLst>
                  <a:ext uri="{0D108BD9-81ED-4DB2-BD59-A6C34878D82A}">
                    <a16:rowId xmlns:a16="http://schemas.microsoft.com/office/drawing/2014/main" val="2957676388"/>
                  </a:ext>
                </a:extLst>
              </a:tr>
              <a:tr h="400050">
                <a:tc>
                  <a:txBody>
                    <a:bodyPr/>
                    <a:lstStyle/>
                    <a:p>
                      <a:pPr algn="ctr" fontAlgn="base">
                        <a:lnSpc>
                          <a:spcPts val="1200"/>
                        </a:lnSpc>
                        <a:buNone/>
                      </a:pPr>
                      <a:r>
                        <a:rPr lang="en-GB" sz="1100" b="1" dirty="0">
                          <a:solidFill>
                            <a:srgbClr val="FFFFFF"/>
                          </a:solidFill>
                          <a:effectLst/>
                        </a:rPr>
                        <a:t>A-005</a:t>
                      </a:r>
                      <a:endParaRPr lang="en-GB" sz="1100" dirty="0">
                        <a:effectLst/>
                        <a:latin typeface="+mn-lt"/>
                      </a:endParaRPr>
                    </a:p>
                  </a:txBody>
                  <a:tcPr marL="7620" marR="7620" marT="7620" anchor="ctr"/>
                </a:tc>
                <a:tc>
                  <a:txBody>
                    <a:bodyPr/>
                    <a:lstStyle/>
                    <a:p>
                      <a:pPr fontAlgn="base">
                        <a:lnSpc>
                          <a:spcPts val="1200"/>
                        </a:lnSpc>
                        <a:buNone/>
                      </a:pPr>
                      <a:r>
                        <a:rPr lang="en-GB" sz="1100" err="1">
                          <a:effectLst/>
                        </a:rPr>
                        <a:t>CCoE</a:t>
                      </a:r>
                      <a:r>
                        <a:rPr lang="en-GB" sz="1100">
                          <a:effectLst/>
                        </a:rPr>
                        <a:t> Compliance </a:t>
                      </a:r>
                      <a:endParaRPr lang="en-GB" sz="1100">
                        <a:effectLst/>
                        <a:latin typeface="+mn-lt"/>
                      </a:endParaRPr>
                    </a:p>
                  </a:txBody>
                  <a:tcPr marL="7620" marR="7620" marT="7620" anchor="ctr"/>
                </a:tc>
                <a:tc>
                  <a:txBody>
                    <a:bodyPr/>
                    <a:lstStyle/>
                    <a:p>
                      <a:pPr fontAlgn="base">
                        <a:lnSpc>
                          <a:spcPts val="1200"/>
                        </a:lnSpc>
                        <a:buNone/>
                      </a:pPr>
                      <a:r>
                        <a:rPr lang="en-GB" sz="1100" dirty="0">
                          <a:effectLst/>
                        </a:rPr>
                        <a:t>All infrastructure and integrations comply with </a:t>
                      </a:r>
                      <a:r>
                        <a:rPr lang="en-GB" sz="1100" dirty="0" err="1">
                          <a:effectLst/>
                        </a:rPr>
                        <a:t>CCoE</a:t>
                      </a:r>
                      <a:r>
                        <a:rPr lang="en-GB" sz="1100" dirty="0">
                          <a:effectLst/>
                        </a:rPr>
                        <a:t> standards, tagging conventions and security baselines. </a:t>
                      </a:r>
                      <a:endParaRPr lang="en-GB" sz="1100" dirty="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High</a:t>
                      </a:r>
                      <a:endParaRPr lang="en-GB" sz="1100">
                        <a:effectLst/>
                        <a:latin typeface="+mn-lt"/>
                      </a:endParaRPr>
                    </a:p>
                  </a:txBody>
                  <a:tcPr marL="7620" marR="7620" marT="7620" anchor="ctr">
                    <a:solidFill>
                      <a:srgbClr val="FF0000"/>
                    </a:solidFill>
                  </a:tcPr>
                </a:tc>
                <a:tc>
                  <a:txBody>
                    <a:bodyPr/>
                    <a:lstStyle/>
                    <a:p>
                      <a:pPr fontAlgn="base">
                        <a:lnSpc>
                          <a:spcPts val="1200"/>
                        </a:lnSpc>
                        <a:buNone/>
                      </a:pPr>
                      <a:r>
                        <a:rPr lang="en-GB" sz="1100" dirty="0">
                          <a:effectLst/>
                        </a:rPr>
                        <a:t>Review compliance early and continuously with the </a:t>
                      </a:r>
                      <a:r>
                        <a:rPr lang="en-GB" sz="1100" dirty="0" err="1">
                          <a:effectLst/>
                        </a:rPr>
                        <a:t>CCoE</a:t>
                      </a:r>
                      <a:r>
                        <a:rPr lang="en-GB" sz="1100" dirty="0">
                          <a:effectLst/>
                        </a:rPr>
                        <a:t> team.</a:t>
                      </a:r>
                      <a:endParaRPr lang="en-GB" sz="1100" dirty="0">
                        <a:effectLst/>
                        <a:latin typeface="+mn-lt"/>
                      </a:endParaRPr>
                    </a:p>
                  </a:txBody>
                  <a:tcPr marL="7620" marR="7620" marT="7620" anchor="ctr"/>
                </a:tc>
                <a:extLst>
                  <a:ext uri="{0D108BD9-81ED-4DB2-BD59-A6C34878D82A}">
                    <a16:rowId xmlns:a16="http://schemas.microsoft.com/office/drawing/2014/main" val="3361845480"/>
                  </a:ext>
                </a:extLst>
              </a:tr>
            </a:tbl>
          </a:graphicData>
        </a:graphic>
      </p:graphicFrame>
    </p:spTree>
    <p:extLst>
      <p:ext uri="{BB962C8B-B14F-4D97-AF65-F5344CB8AC3E}">
        <p14:creationId xmlns:p14="http://schemas.microsoft.com/office/powerpoint/2010/main" val="2705208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BCBE-EFDC-2727-0D91-C16C257B7F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B04B4C-A2B5-A123-FAFC-C0B2493028C2}"/>
              </a:ext>
            </a:extLst>
          </p:cNvPr>
          <p:cNvSpPr>
            <a:spLocks noGrp="1"/>
          </p:cNvSpPr>
          <p:nvPr>
            <p:ph type="title"/>
          </p:nvPr>
        </p:nvSpPr>
        <p:spPr>
          <a:xfrm>
            <a:off x="360000" y="408399"/>
            <a:ext cx="10442575" cy="470898"/>
          </a:xfrm>
        </p:spPr>
        <p:txBody>
          <a:bodyPr/>
          <a:lstStyle/>
          <a:p>
            <a:r>
              <a:rPr lang="en-GB"/>
              <a:t>Issues</a:t>
            </a:r>
          </a:p>
        </p:txBody>
      </p:sp>
      <p:graphicFrame>
        <p:nvGraphicFramePr>
          <p:cNvPr id="4" name="Table 3">
            <a:extLst>
              <a:ext uri="{FF2B5EF4-FFF2-40B4-BE49-F238E27FC236}">
                <a16:creationId xmlns:a16="http://schemas.microsoft.com/office/drawing/2014/main" id="{B750C890-C2B7-B0F9-AEAB-7B02C4935528}"/>
              </a:ext>
            </a:extLst>
          </p:cNvPr>
          <p:cNvGraphicFramePr>
            <a:graphicFrameLocks noGrp="1"/>
          </p:cNvGraphicFramePr>
          <p:nvPr>
            <p:extLst>
              <p:ext uri="{D42A27DB-BD31-4B8C-83A1-F6EECF244321}">
                <p14:modId xmlns:p14="http://schemas.microsoft.com/office/powerpoint/2010/main" val="4243548188"/>
              </p:ext>
            </p:extLst>
          </p:nvPr>
        </p:nvGraphicFramePr>
        <p:xfrm>
          <a:off x="432001" y="1080000"/>
          <a:ext cx="11131609" cy="1095500"/>
        </p:xfrm>
        <a:graphic>
          <a:graphicData uri="http://schemas.openxmlformats.org/drawingml/2006/table">
            <a:tbl>
              <a:tblPr firstRow="1" firstCol="1" bandRow="1">
                <a:tableStyleId>{00A15C55-8517-42AA-B614-E9B94910E393}</a:tableStyleId>
              </a:tblPr>
              <a:tblGrid>
                <a:gridCol w="539890">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519">
                  <a:extLst>
                    <a:ext uri="{9D8B030D-6E8A-4147-A177-3AD203B41FA5}">
                      <a16:colId xmlns:a16="http://schemas.microsoft.com/office/drawing/2014/main" val="2296728027"/>
                    </a:ext>
                  </a:extLst>
                </a:gridCol>
                <a:gridCol w="547200">
                  <a:extLst>
                    <a:ext uri="{9D8B030D-6E8A-4147-A177-3AD203B41FA5}">
                      <a16:colId xmlns:a16="http://schemas.microsoft.com/office/drawing/2014/main" val="234377315"/>
                    </a:ext>
                  </a:extLst>
                </a:gridCol>
                <a:gridCol w="4464000">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a:solidFill>
                            <a:schemeClr val="bg1"/>
                          </a:solidFill>
                          <a:effectLst/>
                          <a:latin typeface="Aptos" panose="020B0004020202020204" pitchFamily="34" charset="0"/>
                          <a:cs typeface="Arial"/>
                        </a:rPr>
                        <a:t>Ref</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Title</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Description</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RAG</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Impact</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Mitigation</a:t>
                      </a:r>
                      <a:endParaRPr lang="en-GB" sz="1100" b="1" i="0" u="none" strike="noStrike">
                        <a:solidFill>
                          <a:schemeClr val="bg1"/>
                        </a:solidFill>
                        <a:effectLst/>
                        <a:latin typeface="Aptos" panose="020B0004020202020204" pitchFamily="34" charset="0"/>
                        <a:cs typeface="Arial"/>
                      </a:endParaRPr>
                    </a:p>
                  </a:txBody>
                  <a:tcPr marL="45720" marR="45720" anchor="ctr"/>
                </a:tc>
                <a:extLst>
                  <a:ext uri="{0D108BD9-81ED-4DB2-BD59-A6C34878D82A}">
                    <a16:rowId xmlns:a16="http://schemas.microsoft.com/office/drawing/2014/main" val="1040091940"/>
                  </a:ext>
                </a:extLst>
              </a:tr>
              <a:tr h="825500">
                <a:tc>
                  <a:txBody>
                    <a:bodyPr/>
                    <a:lstStyle/>
                    <a:p>
                      <a:pPr algn="ctr" fontAlgn="b">
                        <a:buNone/>
                      </a:pPr>
                      <a:r>
                        <a:rPr lang="en-GB" sz="1100" b="1" i="0" u="none" strike="noStrike">
                          <a:solidFill>
                            <a:schemeClr val="bg1"/>
                          </a:solidFill>
                          <a:effectLst/>
                          <a:latin typeface="Aptos" panose="020B0004020202020204" pitchFamily="34" charset="0"/>
                          <a:cs typeface="Arial"/>
                        </a:rPr>
                        <a:t>I-001</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CI/CD Pipeline</a:t>
                      </a:r>
                      <a:endParaRPr lang="en-US" sz="110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Defra now requires:</a:t>
                      </a:r>
                      <a:endParaRPr lang="en-US"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build pipeline</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test automation (minimum smoke tests)</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release approval process</a:t>
                      </a:r>
                      <a:endParaRPr lang="en-GB" sz="110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endParaRPr lang="en-GB" sz="1100" b="0" i="0" u="none" strike="noStrike">
                        <a:solidFill>
                          <a:srgbClr val="000000"/>
                        </a:solidFill>
                        <a:effectLst/>
                        <a:latin typeface="Aptos" panose="020B0004020202020204" pitchFamily="34" charset="0"/>
                        <a:cs typeface="Arial" panose="020B0604020202020204" pitchFamily="34" charset="0"/>
                      </a:endParaRP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Green</a:t>
                      </a:r>
                    </a:p>
                  </a:txBody>
                  <a:tcPr marL="7620" marR="7620" marT="7620" marB="0" anchor="ctr">
                    <a:solidFill>
                      <a:srgbClr val="92D05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Aptos" panose="020B0004020202020204" pitchFamily="34" charset="0"/>
                          <a:ea typeface="+mn-ea"/>
                          <a:cs typeface="+mn-cs"/>
                        </a:rPr>
                        <a:t>Set up CI/CD pipeline using Azure DevOps or GitHub Actions;  Automate build and smoke tests;  Define gated approvals for releases;  Document deployment and rollback steps.</a:t>
                      </a:r>
                      <a:endParaRPr lang="en-US" sz="1100" b="0" i="0" u="none" strike="noStrike" kern="1200">
                        <a:solidFill>
                          <a:srgbClr val="000000"/>
                        </a:solidFill>
                        <a:effectLst/>
                        <a:latin typeface="Aptos" panose="020B0004020202020204" pitchFamily="34" charset="0"/>
                        <a:ea typeface="+mn-ea"/>
                        <a:cs typeface="+mn-cs"/>
                      </a:endParaRPr>
                    </a:p>
                    <a:p>
                      <a:pPr lvl="0" algn="l">
                        <a:buNone/>
                      </a:pPr>
                      <a:endParaRPr lang="en-GB" sz="1100" b="0" i="0" u="none" strike="noStrike">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2942763018"/>
                  </a:ext>
                </a:extLst>
              </a:tr>
            </a:tbl>
          </a:graphicData>
        </a:graphic>
      </p:graphicFrame>
      <p:graphicFrame>
        <p:nvGraphicFramePr>
          <p:cNvPr id="2" name="Table 1">
            <a:extLst>
              <a:ext uri="{FF2B5EF4-FFF2-40B4-BE49-F238E27FC236}">
                <a16:creationId xmlns:a16="http://schemas.microsoft.com/office/drawing/2014/main" id="{3F11101D-739D-46AE-FFD9-B77BF4601F48}"/>
              </a:ext>
            </a:extLst>
          </p:cNvPr>
          <p:cNvGraphicFramePr>
            <a:graphicFrameLocks noGrp="1"/>
          </p:cNvGraphicFramePr>
          <p:nvPr>
            <p:extLst>
              <p:ext uri="{D42A27DB-BD31-4B8C-83A1-F6EECF244321}">
                <p14:modId xmlns:p14="http://schemas.microsoft.com/office/powerpoint/2010/main" val="1242871111"/>
              </p:ext>
            </p:extLst>
          </p:nvPr>
        </p:nvGraphicFramePr>
        <p:xfrm>
          <a:off x="432000" y="2697186"/>
          <a:ext cx="11131200" cy="3980940"/>
        </p:xfrm>
        <a:graphic>
          <a:graphicData uri="http://schemas.openxmlformats.org/drawingml/2006/table">
            <a:tbl>
              <a:tblPr firstRow="1" firstCol="1" bandRow="1">
                <a:tableStyleId>{00A15C55-8517-42AA-B614-E9B94910E393}</a:tableStyleId>
              </a:tblPr>
              <a:tblGrid>
                <a:gridCol w="540000">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000">
                  <a:extLst>
                    <a:ext uri="{9D8B030D-6E8A-4147-A177-3AD203B41FA5}">
                      <a16:colId xmlns:a16="http://schemas.microsoft.com/office/drawing/2014/main" val="2296728027"/>
                    </a:ext>
                  </a:extLst>
                </a:gridCol>
                <a:gridCol w="547200">
                  <a:extLst>
                    <a:ext uri="{9D8B030D-6E8A-4147-A177-3AD203B41FA5}">
                      <a16:colId xmlns:a16="http://schemas.microsoft.com/office/drawing/2014/main" val="234377315"/>
                    </a:ext>
                  </a:extLst>
                </a:gridCol>
                <a:gridCol w="4464000">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dirty="0">
                          <a:solidFill>
                            <a:schemeClr val="bg1"/>
                          </a:solidFill>
                          <a:effectLst/>
                          <a:latin typeface="Aptos" panose="020B0004020202020204" pitchFamily="34" charset="0"/>
                          <a:cs typeface="Arial"/>
                        </a:rPr>
                        <a:t>Ref</a:t>
                      </a:r>
                      <a:endParaRPr lang="en-GB" sz="1100" b="1" i="0" u="none" strike="noStrike" dirty="0">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Title</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Description</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RAG</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Impact</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Mitigation</a:t>
                      </a:r>
                      <a:endParaRPr lang="en-GB" sz="1100" b="1" i="0" u="none" strike="noStrike">
                        <a:solidFill>
                          <a:schemeClr val="bg1"/>
                        </a:solidFill>
                        <a:effectLst/>
                        <a:latin typeface="Aptos" panose="020B0004020202020204" pitchFamily="34" charset="0"/>
                        <a:cs typeface="Arial"/>
                      </a:endParaRPr>
                    </a:p>
                  </a:txBody>
                  <a:tcPr marL="45720" marR="45720" anchor="ctr"/>
                </a:tc>
                <a:extLst>
                  <a:ext uri="{0D108BD9-81ED-4DB2-BD59-A6C34878D82A}">
                    <a16:rowId xmlns:a16="http://schemas.microsoft.com/office/drawing/2014/main" val="1040091940"/>
                  </a:ext>
                </a:extLst>
              </a:tr>
              <a:tr h="845914">
                <a:tc>
                  <a:txBody>
                    <a:bodyPr/>
                    <a:lstStyle/>
                    <a:p>
                      <a:pPr algn="ctr" fontAlgn="b">
                        <a:buNone/>
                      </a:pPr>
                      <a:r>
                        <a:rPr lang="en-GB" sz="1100" b="1" i="0" u="none" strike="noStrike">
                          <a:solidFill>
                            <a:schemeClr val="bg1"/>
                          </a:solidFill>
                          <a:effectLst/>
                          <a:latin typeface="Aptos" panose="020B0004020202020204" pitchFamily="34" charset="0"/>
                          <a:cs typeface="Arial"/>
                        </a:rPr>
                        <a:t>D-001</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Final Handover Package from </a:t>
                      </a:r>
                      <a:r>
                        <a:rPr lang="en-GB" sz="1100" b="0" i="0" u="none" strike="noStrike" kern="1200" noProof="0">
                          <a:solidFill>
                            <a:srgbClr val="000000"/>
                          </a:solidFill>
                          <a:effectLst/>
                          <a:latin typeface="Aptos" panose="020B0004020202020204" pitchFamily="34" charset="0"/>
                          <a:ea typeface="+mn-ea"/>
                          <a:cs typeface="+mn-cs"/>
                        </a:rPr>
                        <a:t>Civica</a:t>
                      </a:r>
                      <a:endParaRPr lang="en-US" sz="1100" b="0" i="0" u="none" strike="noStrike" kern="1200">
                        <a:solidFill>
                          <a:srgbClr val="000000"/>
                        </a:solidFill>
                        <a:effectLst/>
                        <a:latin typeface="Aptos" panose="020B0004020202020204" pitchFamily="34" charset="0"/>
                        <a:ea typeface="+mn-ea"/>
                        <a:cs typeface="+mn-cs"/>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Must include:</a:t>
                      </a:r>
                      <a:endParaRPr lang="en-US"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source code</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environments documentation</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database dumps</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scheduled tasks(if any)</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SSL certificates (if any)</a:t>
                      </a:r>
                      <a:endParaRPr lang="en-GB" sz="110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High</a:t>
                      </a:r>
                    </a:p>
                  </a:txBody>
                  <a:tcPr marL="7620" marR="7620" marT="7620" marB="0" anchor="ctr">
                    <a:solidFill>
                      <a:srgbClr val="FF0000"/>
                    </a:solidFill>
                  </a:tcP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Define a detailed handover checklist with acceptance criteria;  Schedule a joint walkthrough and transfer session;  Validate build from source in Defra repos;  Verify database dump restore in UAT; Export and inventory scheduled tasks/SSIS jobs;  Collect SSL/TLS certs + keys, note expiry, and re-issue via Defra PKI if needed.</a:t>
                      </a:r>
                      <a:endParaRPr lang="en-US" sz="1100">
                        <a:latin typeface="Aptos" panose="020B0004020202020204" pitchFamily="34" charset="0"/>
                      </a:endParaRPr>
                    </a:p>
                  </a:txBody>
                  <a:tcPr marL="7620" marR="7620" marT="7620" marB="0" anchor="ctr"/>
                </a:tc>
                <a:extLst>
                  <a:ext uri="{0D108BD9-81ED-4DB2-BD59-A6C34878D82A}">
                    <a16:rowId xmlns:a16="http://schemas.microsoft.com/office/drawing/2014/main" val="2942763018"/>
                  </a:ext>
                </a:extLst>
              </a:tr>
              <a:tr h="985241">
                <a:tc>
                  <a:txBody>
                    <a:bodyPr/>
                    <a:lstStyle/>
                    <a:p>
                      <a:pPr algn="ctr" fontAlgn="b">
                        <a:buNone/>
                      </a:pPr>
                      <a:r>
                        <a:rPr lang="en-GB" sz="1100" b="1" i="0" u="none" strike="noStrike">
                          <a:solidFill>
                            <a:schemeClr val="bg1"/>
                          </a:solidFill>
                          <a:effectLst/>
                          <a:latin typeface="Aptos" panose="020B0004020202020204" pitchFamily="34" charset="0"/>
                          <a:cs typeface="Arial"/>
                        </a:rPr>
                        <a:t>D-002</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Defra Operational Teams</a:t>
                      </a:r>
                      <a:endParaRPr lang="en-US" sz="110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Teams impacted:</a:t>
                      </a:r>
                      <a:endParaRPr lang="en-US"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BSE Casework</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Defra IT Ops</a:t>
                      </a:r>
                      <a:endParaRPr lang="en-GB" sz="1100" dirty="0">
                        <a:latin typeface="Aptos" panose="020B0004020202020204" pitchFamily="34" charset="0"/>
                      </a:endParaRPr>
                    </a:p>
                    <a:p>
                      <a:pPr lvl="0" indent="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All must agree on:</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new processes</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escalation routes</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downtime windows</a:t>
                      </a:r>
                      <a:endParaRPr lang="en-GB" sz="1100" dirty="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Medium</a:t>
                      </a:r>
                    </a:p>
                  </a:txBody>
                  <a:tcPr marL="7620" marR="7620" marT="7620" marB="0" anchor="ctr">
                    <a:solidFill>
                      <a:srgbClr val="FFC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Aptos" panose="020B0004020202020204" pitchFamily="34" charset="0"/>
                          <a:ea typeface="+mn-ea"/>
                          <a:cs typeface="+mn-cs"/>
                        </a:rPr>
                        <a:t>Convene a RACI workshop to define roles/responsibilities;  Publish runbooks (deploy, rollback, incident, DR); Agree and communicate maintenance/downtime windows; Set escalation matrix and on-call rotations;  Rehearse UAT incident and cutover scenario. </a:t>
                      </a:r>
                      <a:endParaRPr lang="en-US" sz="1100" b="0" i="0" u="none" strike="noStrike" kern="1200">
                        <a:solidFill>
                          <a:srgbClr val="000000"/>
                        </a:solidFill>
                        <a:effectLst/>
                        <a:latin typeface="Aptos" panose="020B0004020202020204" pitchFamily="34" charset="0"/>
                        <a:ea typeface="+mn-ea"/>
                        <a:cs typeface="+mn-cs"/>
                      </a:endParaRPr>
                    </a:p>
                    <a:p>
                      <a:pPr lvl="0" algn="l">
                        <a:buNone/>
                      </a:pPr>
                      <a:endParaRPr lang="en-GB" sz="1100" b="0" i="0" u="none" strike="noStrike">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1616806043"/>
                  </a:ext>
                </a:extLst>
              </a:tr>
              <a:tr h="1263893">
                <a:tc>
                  <a:txBody>
                    <a:bodyPr/>
                    <a:lstStyle/>
                    <a:p>
                      <a:pPr lvl="0" algn="ctr">
                        <a:buNone/>
                      </a:pPr>
                      <a:r>
                        <a:rPr lang="en-GB" sz="1100" b="1" i="0" u="none" strike="noStrike">
                          <a:solidFill>
                            <a:schemeClr val="bg1"/>
                          </a:solidFill>
                          <a:effectLst/>
                          <a:latin typeface="Aptos" panose="020B0004020202020204" pitchFamily="34" charset="0"/>
                          <a:cs typeface="Arial"/>
                        </a:rPr>
                        <a:t>D-003</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Accessing TSE database</a:t>
                      </a:r>
                      <a:endParaRPr lang="en-US" sz="1100" dirty="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Aptos" panose="020B0004020202020204" pitchFamily="34" charset="0"/>
                          <a:ea typeface="+mn-ea"/>
                          <a:cs typeface="+mn-cs"/>
                        </a:rPr>
                        <a:t>Connectivity may fail or be insecure if routing, NSG rules, or TSES‑side allowances are misconfigured between CCoE networks and the TSES environment; </a:t>
                      </a:r>
                      <a:endParaRPr lang="en-US" sz="1100" b="0" i="0" u="none" strike="noStrike" kern="1200">
                        <a:solidFill>
                          <a:srgbClr val="000000"/>
                        </a:solidFill>
                        <a:effectLst/>
                        <a:latin typeface="Aptos" panose="020B0004020202020204" pitchFamily="34" charset="0"/>
                        <a:ea typeface="+mn-ea"/>
                        <a:cs typeface="+mn-cs"/>
                      </a:endParaRPr>
                    </a:p>
                  </a:txBody>
                  <a:tcPr marL="7620" marR="7620" marT="7620" marB="0" anchor="ctr"/>
                </a:tc>
                <a:tc>
                  <a:txBody>
                    <a:bodyPr/>
                    <a:lstStyle/>
                    <a:p>
                      <a:pPr lvl="0" algn="ctr">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lvl="0" algn="ctr">
                        <a:buNone/>
                      </a:pPr>
                      <a:r>
                        <a:rPr lang="en-GB" sz="1100" b="0" i="0" u="none" strike="noStrike">
                          <a:solidFill>
                            <a:srgbClr val="000000"/>
                          </a:solidFill>
                          <a:effectLst/>
                          <a:latin typeface="Aptos" panose="020B0004020202020204" pitchFamily="34" charset="0"/>
                          <a:cs typeface="Arial"/>
                        </a:rPr>
                        <a:t>Medium</a:t>
                      </a:r>
                    </a:p>
                  </a:txBody>
                  <a:tcPr marL="7620" marR="7620" marT="7620" marB="0" anchor="ctr">
                    <a:solidFill>
                      <a:srgbClr val="FFC000"/>
                    </a:solidFill>
                  </a:tcP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Establish private connectivity (</a:t>
                      </a:r>
                      <a:r>
                        <a:rPr lang="en-GB" sz="1100" b="0" i="0" u="none" strike="noStrike" noProof="0" dirty="0" err="1">
                          <a:solidFill>
                            <a:srgbClr val="000000"/>
                          </a:solidFill>
                          <a:effectLst/>
                          <a:latin typeface="Aptos" panose="020B0004020202020204" pitchFamily="34" charset="0"/>
                        </a:rPr>
                        <a:t>VNet</a:t>
                      </a:r>
                      <a:r>
                        <a:rPr lang="en-GB" sz="1100" b="0" i="0" u="none" strike="noStrike" noProof="0" dirty="0">
                          <a:solidFill>
                            <a:srgbClr val="000000"/>
                          </a:solidFill>
                          <a:effectLst/>
                          <a:latin typeface="Aptos" panose="020B0004020202020204" pitchFamily="34" charset="0"/>
                        </a:rPr>
                        <a:t> peering/ExpressRoute/VPN + Private Endpoint), implement and validate UDRs to ensure symmetric routing, set least‑privilege NSG rules (source: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 subnets/ASGs → destination: TSES DB/PE, required TCP ports only), align TSES firewalls/ACLs to allow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 ranges/PE NICs, run pre‑prod/prod connectivity tests and enable connection monitoring/flow logs with SIEM alerts, manage all rules via </a:t>
                      </a:r>
                      <a:r>
                        <a:rPr lang="en-GB" sz="1100" b="0" i="0" u="none" strike="noStrike" noProof="0" dirty="0" err="1">
                          <a:solidFill>
                            <a:srgbClr val="000000"/>
                          </a:solidFill>
                          <a:effectLst/>
                          <a:latin typeface="Aptos" panose="020B0004020202020204" pitchFamily="34" charset="0"/>
                        </a:rPr>
                        <a:t>IaC</a:t>
                      </a:r>
                      <a:r>
                        <a:rPr lang="en-GB" sz="1100" b="0" i="0" u="none" strike="noStrike" noProof="0" dirty="0">
                          <a:solidFill>
                            <a:srgbClr val="000000"/>
                          </a:solidFill>
                          <a:effectLst/>
                          <a:latin typeface="Aptos" panose="020B0004020202020204" pitchFamily="34" charset="0"/>
                        </a:rPr>
                        <a:t> with change control and joint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–TSES approvals, and maintain runbooks/RTO‑RPO;</a:t>
                      </a:r>
                      <a:endParaRPr lang="en-US" sz="1100" dirty="0">
                        <a:latin typeface="Aptos" panose="020B0004020202020204" pitchFamily="34" charset="0"/>
                      </a:endParaRPr>
                    </a:p>
                    <a:p>
                      <a:pPr lvl="0" algn="l">
                        <a:buNone/>
                      </a:pPr>
                      <a:endParaRPr lang="en-GB" sz="1100" b="0" i="0" u="none" strike="noStrike" dirty="0">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3186954009"/>
                  </a:ext>
                </a:extLst>
              </a:tr>
            </a:tbl>
          </a:graphicData>
        </a:graphic>
      </p:graphicFrame>
      <p:sp>
        <p:nvSpPr>
          <p:cNvPr id="5" name="Title 2">
            <a:extLst>
              <a:ext uri="{FF2B5EF4-FFF2-40B4-BE49-F238E27FC236}">
                <a16:creationId xmlns:a16="http://schemas.microsoft.com/office/drawing/2014/main" id="{AC6A2193-DC8A-FA20-42E5-91E13EFA19B5}"/>
              </a:ext>
            </a:extLst>
          </p:cNvPr>
          <p:cNvSpPr txBox="1">
            <a:spLocks/>
          </p:cNvSpPr>
          <p:nvPr/>
        </p:nvSpPr>
        <p:spPr>
          <a:xfrm>
            <a:off x="360000" y="2226288"/>
            <a:ext cx="10442575" cy="470898"/>
          </a:xfrm>
          <a:prstGeom prst="rect">
            <a:avLst/>
          </a:prstGeom>
        </p:spPr>
        <p:txBody>
          <a:bodyPr vert="horz" wrap="square" lIns="91440" tIns="45720" rIns="91440" bIns="45720" rtlCol="0" anchor="t" anchorCtr="0">
            <a:spAutoFit/>
          </a:bodyPr>
          <a:lstStyle>
            <a:lvl1pPr algn="l" defTabSz="685800" rtl="0" eaLnBrk="1" latinLnBrk="0" hangingPunct="1">
              <a:lnSpc>
                <a:spcPct val="90000"/>
              </a:lnSpc>
              <a:spcBef>
                <a:spcPts val="0"/>
              </a:spcBef>
              <a:buNone/>
              <a:defRPr sz="2700" b="1" kern="1200">
                <a:solidFill>
                  <a:srgbClr val="28718F"/>
                </a:solidFill>
                <a:latin typeface="Arial" panose="020B0604020202020204" pitchFamily="34" charset="0"/>
                <a:ea typeface="+mj-ea"/>
                <a:cs typeface="Arial" panose="020B0604020202020204" pitchFamily="34" charset="0"/>
              </a:defRPr>
            </a:lvl1pPr>
          </a:lstStyle>
          <a:p>
            <a:pPr fontAlgn="auto">
              <a:spcAft>
                <a:spcPts val="0"/>
              </a:spcAft>
            </a:pPr>
            <a:r>
              <a:rPr lang="en-GB"/>
              <a:t>Dependencies</a:t>
            </a:r>
          </a:p>
        </p:txBody>
      </p:sp>
    </p:spTree>
    <p:extLst>
      <p:ext uri="{BB962C8B-B14F-4D97-AF65-F5344CB8AC3E}">
        <p14:creationId xmlns:p14="http://schemas.microsoft.com/office/powerpoint/2010/main" val="11468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8FAE4-8C5F-9679-168E-0D480FFDF04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DD67229-DCDA-7CBB-B49F-80F54A400CDE}"/>
              </a:ext>
            </a:extLst>
          </p:cNvPr>
          <p:cNvSpPr>
            <a:spLocks noGrp="1"/>
          </p:cNvSpPr>
          <p:nvPr>
            <p:ph type="title"/>
          </p:nvPr>
        </p:nvSpPr>
        <p:spPr>
          <a:xfrm>
            <a:off x="0" y="0"/>
            <a:ext cx="4360244" cy="6858000"/>
          </a:xfrm>
          <a:solidFill>
            <a:srgbClr val="2D728F"/>
          </a:solidFill>
        </p:spPr>
        <p:txBody>
          <a:bodyPr lIns="91440" tIns="45720" rIns="91440" bIns="45720" anchor="t"/>
          <a:lstStyle/>
          <a:p>
            <a:br>
              <a:rPr lang="en-GB"/>
            </a:br>
            <a:br>
              <a:rPr lang="en-GB"/>
            </a:br>
            <a:br>
              <a:rPr lang="en-GB"/>
            </a:br>
            <a:br>
              <a:rPr lang="en-GB"/>
            </a:br>
            <a:r>
              <a:rPr lang="en-GB">
                <a:solidFill>
                  <a:schemeClr val="bg1"/>
                </a:solidFill>
                <a:latin typeface="Arial"/>
                <a:cs typeface="Arial"/>
              </a:rPr>
              <a:t>A2 – Non-Functional                  Requirements</a:t>
            </a:r>
            <a:endParaRPr lang="en-GB">
              <a:solidFill>
                <a:schemeClr val="bg1"/>
              </a:solidFill>
            </a:endParaRPr>
          </a:p>
        </p:txBody>
      </p:sp>
      <p:sp>
        <p:nvSpPr>
          <p:cNvPr id="4" name="Date Placeholder 3">
            <a:extLst>
              <a:ext uri="{FF2B5EF4-FFF2-40B4-BE49-F238E27FC236}">
                <a16:creationId xmlns:a16="http://schemas.microsoft.com/office/drawing/2014/main" id="{D10D59C3-6E2E-D586-1AFF-4E8409335FF0}"/>
              </a:ext>
            </a:extLst>
          </p:cNvPr>
          <p:cNvSpPr>
            <a:spLocks noGrp="1"/>
          </p:cNvSpPr>
          <p:nvPr>
            <p:ph type="dt" sz="half" idx="10"/>
          </p:nvPr>
        </p:nvSpPr>
        <p:spPr/>
        <p:txBody>
          <a:bodyPr/>
          <a:lstStyle/>
          <a:p>
            <a:fld id="{8E1521E2-C1A8-44CA-B011-E95BE679CC57}" type="datetime1">
              <a:rPr lang="en-GB" smtClean="0"/>
              <a:t>13/07/2026</a:t>
            </a:fld>
            <a:endParaRPr lang="en-GB"/>
          </a:p>
        </p:txBody>
      </p:sp>
      <p:sp>
        <p:nvSpPr>
          <p:cNvPr id="5" name="Slide Number Placeholder 4">
            <a:extLst>
              <a:ext uri="{FF2B5EF4-FFF2-40B4-BE49-F238E27FC236}">
                <a16:creationId xmlns:a16="http://schemas.microsoft.com/office/drawing/2014/main" id="{F0B3F4A4-0329-D323-0ED7-F70962BB6708}"/>
              </a:ext>
            </a:extLst>
          </p:cNvPr>
          <p:cNvSpPr>
            <a:spLocks noGrp="1"/>
          </p:cNvSpPr>
          <p:nvPr>
            <p:ph type="sldNum" sz="quarter" idx="12"/>
          </p:nvPr>
        </p:nvSpPr>
        <p:spPr/>
        <p:txBody>
          <a:bodyPr/>
          <a:lstStyle/>
          <a:p>
            <a:fld id="{D54A9EDB-8E49-45DA-B8F1-10D42A336BCA}" type="slidenum">
              <a:rPr lang="en-GB" smtClean="0"/>
              <a:t>36</a:t>
            </a:fld>
            <a:endParaRPr lang="en-GB"/>
          </a:p>
        </p:txBody>
      </p:sp>
    </p:spTree>
    <p:extLst>
      <p:ext uri="{BB962C8B-B14F-4D97-AF65-F5344CB8AC3E}">
        <p14:creationId xmlns:p14="http://schemas.microsoft.com/office/powerpoint/2010/main" val="1326709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8CA3DC5-DADE-B0E6-AE52-039345885DDF}"/>
              </a:ext>
            </a:extLst>
          </p:cNvPr>
          <p:cNvSpPr>
            <a:spLocks noGrp="1"/>
          </p:cNvSpPr>
          <p:nvPr>
            <p:ph type="ftr" sz="quarter" idx="14"/>
          </p:nvPr>
        </p:nvSpPr>
        <p:spPr/>
        <p:txBody>
          <a:bodyPr/>
          <a:lstStyle/>
          <a:p>
            <a:pPr>
              <a:defRPr/>
            </a:pPr>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E294DC1B-46D8-7155-4A0D-5867DA877C72}"/>
              </a:ext>
            </a:extLst>
          </p:cNvPr>
          <p:cNvSpPr>
            <a:spLocks noGrp="1"/>
          </p:cNvSpPr>
          <p:nvPr>
            <p:ph type="sldNum" sz="quarter" idx="15"/>
          </p:nvPr>
        </p:nvSpPr>
        <p:spPr/>
        <p:txBody>
          <a:bodyPr/>
          <a:lstStyle/>
          <a:p>
            <a:pPr>
              <a:defRPr/>
            </a:pPr>
            <a:fld id="{314742DC-201B-4BDB-854E-8F2813414822}" type="slidenum">
              <a:rPr lang="en-GB" altLang="en-US"/>
              <a:pPr>
                <a:defRPr/>
              </a:pPr>
              <a:t>37</a:t>
            </a:fld>
            <a:endParaRPr lang="en-GB" altLang="en-US"/>
          </a:p>
        </p:txBody>
      </p:sp>
      <p:graphicFrame>
        <p:nvGraphicFramePr>
          <p:cNvPr id="7" name="Table 6">
            <a:extLst>
              <a:ext uri="{FF2B5EF4-FFF2-40B4-BE49-F238E27FC236}">
                <a16:creationId xmlns:a16="http://schemas.microsoft.com/office/drawing/2014/main" id="{9BACC7EF-CCB0-96DE-E4C3-73D557EB96D0}"/>
              </a:ext>
            </a:extLst>
          </p:cNvPr>
          <p:cNvGraphicFramePr>
            <a:graphicFrameLocks noGrp="1"/>
          </p:cNvGraphicFramePr>
          <p:nvPr>
            <p:extLst>
              <p:ext uri="{D42A27DB-BD31-4B8C-83A1-F6EECF244321}">
                <p14:modId xmlns:p14="http://schemas.microsoft.com/office/powerpoint/2010/main" val="920129004"/>
              </p:ext>
            </p:extLst>
          </p:nvPr>
        </p:nvGraphicFramePr>
        <p:xfrm>
          <a:off x="322384" y="1006230"/>
          <a:ext cx="11470770" cy="2387230"/>
        </p:xfrm>
        <a:graphic>
          <a:graphicData uri="http://schemas.openxmlformats.org/drawingml/2006/table">
            <a:tbl>
              <a:tblPr firstRow="1" bandRow="1">
                <a:tableStyleId>{5C22544A-7EE6-4342-B048-85BDC9FD1C3A}</a:tableStyleId>
              </a:tblPr>
              <a:tblGrid>
                <a:gridCol w="1165938">
                  <a:extLst>
                    <a:ext uri="{9D8B030D-6E8A-4147-A177-3AD203B41FA5}">
                      <a16:colId xmlns:a16="http://schemas.microsoft.com/office/drawing/2014/main" val="3004060689"/>
                    </a:ext>
                  </a:extLst>
                </a:gridCol>
                <a:gridCol w="2606864">
                  <a:extLst>
                    <a:ext uri="{9D8B030D-6E8A-4147-A177-3AD203B41FA5}">
                      <a16:colId xmlns:a16="http://schemas.microsoft.com/office/drawing/2014/main" val="1523196278"/>
                    </a:ext>
                  </a:extLst>
                </a:gridCol>
                <a:gridCol w="7697968">
                  <a:extLst>
                    <a:ext uri="{9D8B030D-6E8A-4147-A177-3AD203B41FA5}">
                      <a16:colId xmlns:a16="http://schemas.microsoft.com/office/drawing/2014/main" val="1202484048"/>
                    </a:ext>
                  </a:extLst>
                </a:gridCol>
              </a:tblGrid>
              <a:tr h="360310">
                <a:tc>
                  <a:txBody>
                    <a:bodyPr/>
                    <a:lstStyle/>
                    <a:p>
                      <a:r>
                        <a:rPr lang="en-US"/>
                        <a:t>Req' ID</a:t>
                      </a:r>
                    </a:p>
                  </a:txBody>
                  <a:tcPr/>
                </a:tc>
                <a:tc>
                  <a:txBody>
                    <a:bodyPr/>
                    <a:lstStyle/>
                    <a:p>
                      <a:r>
                        <a:rPr lang="en-US"/>
                        <a:t>Requirement Type</a:t>
                      </a:r>
                    </a:p>
                  </a:txBody>
                  <a:tcPr/>
                </a:tc>
                <a:tc>
                  <a:txBody>
                    <a:bodyPr/>
                    <a:lstStyle/>
                    <a:p>
                      <a:r>
                        <a:rPr lang="en-US"/>
                        <a:t>Description</a:t>
                      </a:r>
                    </a:p>
                  </a:txBody>
                  <a:tcPr/>
                </a:tc>
                <a:extLst>
                  <a:ext uri="{0D108BD9-81ED-4DB2-BD59-A6C34878D82A}">
                    <a16:rowId xmlns:a16="http://schemas.microsoft.com/office/drawing/2014/main" val="171912171"/>
                  </a:ext>
                </a:extLst>
              </a:tr>
              <a:tr h="483845">
                <a:tc>
                  <a:txBody>
                    <a:bodyPr/>
                    <a:lstStyle/>
                    <a:p>
                      <a:r>
                        <a:rPr lang="en-US"/>
                        <a:t>NFR - 001</a:t>
                      </a:r>
                    </a:p>
                  </a:txBody>
                  <a:tcPr/>
                </a:tc>
                <a:tc>
                  <a:txBody>
                    <a:bodyPr/>
                    <a:lstStyle/>
                    <a:p>
                      <a:pPr lvl="0">
                        <a:buNone/>
                      </a:pPr>
                      <a:r>
                        <a:rPr lang="en-US" sz="1350" b="0" i="0" u="none" strike="noStrike" noProof="0">
                          <a:latin typeface="Aptos"/>
                        </a:rPr>
                        <a:t>Service level Availability</a:t>
                      </a:r>
                      <a:endParaRPr lang="en-US"/>
                    </a:p>
                  </a:txBody>
                  <a:tcPr/>
                </a:tc>
                <a:tc>
                  <a:txBody>
                    <a:bodyPr/>
                    <a:lstStyle/>
                    <a:p>
                      <a:pPr lvl="0">
                        <a:buNone/>
                      </a:pPr>
                      <a:r>
                        <a:rPr lang="en-US" sz="1350" b="0" i="0" u="none" strike="noStrike" noProof="0">
                          <a:latin typeface="Aptos"/>
                        </a:rPr>
                        <a:t>The system should maintain an uptime of at least 98.5%, in alignment with Tier 3 service level expectations.</a:t>
                      </a:r>
                      <a:endParaRPr lang="en-US"/>
                    </a:p>
                  </a:txBody>
                  <a:tcPr/>
                </a:tc>
                <a:extLst>
                  <a:ext uri="{0D108BD9-81ED-4DB2-BD59-A6C34878D82A}">
                    <a16:rowId xmlns:a16="http://schemas.microsoft.com/office/drawing/2014/main" val="473515763"/>
                  </a:ext>
                </a:extLst>
              </a:tr>
              <a:tr h="483845">
                <a:tc>
                  <a:txBody>
                    <a:bodyPr/>
                    <a:lstStyle/>
                    <a:p>
                      <a:pPr lvl="0">
                        <a:buNone/>
                      </a:pPr>
                      <a:r>
                        <a:rPr lang="en-US" sz="1400" b="0" i="0" u="none" strike="noStrike" noProof="0">
                          <a:solidFill>
                            <a:srgbClr val="000000"/>
                          </a:solidFill>
                          <a:latin typeface="Aptos"/>
                        </a:rPr>
                        <a:t>NFR - 002</a:t>
                      </a:r>
                      <a:endParaRPr lang="en-US"/>
                    </a:p>
                  </a:txBody>
                  <a:tcPr/>
                </a:tc>
                <a:tc>
                  <a:txBody>
                    <a:bodyPr/>
                    <a:lstStyle/>
                    <a:p>
                      <a:pPr lvl="0">
                        <a:buNone/>
                      </a:pPr>
                      <a:r>
                        <a:rPr lang="en-US" sz="1350" b="0" i="0" u="none" strike="noStrike" noProof="0">
                          <a:latin typeface="Aptos"/>
                        </a:rPr>
                        <a:t>Recovery Point Objective(RPO)</a:t>
                      </a:r>
                      <a:endParaRPr lang="en-US"/>
                    </a:p>
                  </a:txBody>
                  <a:tcPr/>
                </a:tc>
                <a:tc>
                  <a:txBody>
                    <a:bodyPr/>
                    <a:lstStyle/>
                    <a:p>
                      <a:pPr lvl="0">
                        <a:buNone/>
                      </a:pPr>
                      <a:r>
                        <a:rPr lang="en-US" sz="1350" b="0" i="0" u="none" strike="noStrike" noProof="0">
                          <a:latin typeface="Aptos"/>
                        </a:rPr>
                        <a:t>They system must ensure that, in case of a failure, no more than 4 hours of data lost, in alignment with Tier 3 services levels.</a:t>
                      </a:r>
                      <a:endParaRPr lang="en-US"/>
                    </a:p>
                  </a:txBody>
                  <a:tcPr/>
                </a:tc>
                <a:extLst>
                  <a:ext uri="{0D108BD9-81ED-4DB2-BD59-A6C34878D82A}">
                    <a16:rowId xmlns:a16="http://schemas.microsoft.com/office/drawing/2014/main" val="2523866599"/>
                  </a:ext>
                </a:extLst>
              </a:tr>
              <a:tr h="483845">
                <a:tc>
                  <a:txBody>
                    <a:bodyPr/>
                    <a:lstStyle/>
                    <a:p>
                      <a:pPr lvl="0">
                        <a:buNone/>
                      </a:pPr>
                      <a:r>
                        <a:rPr lang="en-US" sz="1400" b="0" i="0" u="none" strike="noStrike" noProof="0">
                          <a:solidFill>
                            <a:srgbClr val="000000"/>
                          </a:solidFill>
                          <a:latin typeface="Aptos"/>
                        </a:rPr>
                        <a:t>NFR - 003</a:t>
                      </a:r>
                      <a:endParaRPr lang="en-US"/>
                    </a:p>
                  </a:txBody>
                  <a:tcPr/>
                </a:tc>
                <a:tc>
                  <a:txBody>
                    <a:bodyPr/>
                    <a:lstStyle/>
                    <a:p>
                      <a:pPr lvl="0">
                        <a:buNone/>
                      </a:pPr>
                      <a:r>
                        <a:rPr lang="en-US" sz="1350" b="0" i="0" u="none" strike="noStrike" noProof="0">
                          <a:latin typeface="Aptos"/>
                        </a:rPr>
                        <a:t>Recovery Time Objective(RTO)</a:t>
                      </a:r>
                      <a:endParaRPr lang="en-US"/>
                    </a:p>
                  </a:txBody>
                  <a:tcPr/>
                </a:tc>
                <a:tc>
                  <a:txBody>
                    <a:bodyPr/>
                    <a:lstStyle/>
                    <a:p>
                      <a:pPr lvl="0">
                        <a:buNone/>
                      </a:pPr>
                      <a:r>
                        <a:rPr lang="en-US" sz="1350" b="0" i="0" u="none" strike="noStrike" noProof="0">
                          <a:latin typeface="Aptos"/>
                        </a:rPr>
                        <a:t>The system must recover and be fully operational within 4 hours after a failure, as required under Tier 3 service levels.</a:t>
                      </a:r>
                      <a:endParaRPr lang="en-US"/>
                    </a:p>
                  </a:txBody>
                  <a:tcPr/>
                </a:tc>
                <a:extLst>
                  <a:ext uri="{0D108BD9-81ED-4DB2-BD59-A6C34878D82A}">
                    <a16:rowId xmlns:a16="http://schemas.microsoft.com/office/drawing/2014/main" val="2060545612"/>
                  </a:ext>
                </a:extLst>
              </a:tr>
              <a:tr h="483845">
                <a:tc>
                  <a:txBody>
                    <a:bodyPr/>
                    <a:lstStyle/>
                    <a:p>
                      <a:pPr lvl="0">
                        <a:buNone/>
                      </a:pPr>
                      <a:r>
                        <a:rPr lang="en-US" sz="1400" b="0" i="0" u="none" strike="noStrike" noProof="0">
                          <a:solidFill>
                            <a:srgbClr val="000000"/>
                          </a:solidFill>
                          <a:latin typeface="Aptos"/>
                        </a:rPr>
                        <a:t>NFR – 004</a:t>
                      </a:r>
                      <a:endParaRPr lang="en-US"/>
                    </a:p>
                  </a:txBody>
                  <a:tcPr/>
                </a:tc>
                <a:tc>
                  <a:txBody>
                    <a:bodyPr/>
                    <a:lstStyle/>
                    <a:p>
                      <a:pPr lvl="0">
                        <a:buNone/>
                      </a:pPr>
                      <a:r>
                        <a:rPr lang="en-US" sz="1400" b="0" i="0" u="none" strike="noStrike" noProof="0">
                          <a:solidFill>
                            <a:srgbClr val="000000"/>
                          </a:solidFill>
                          <a:latin typeface="Aptos"/>
                        </a:rPr>
                        <a:t>Operational Hours</a:t>
                      </a:r>
                      <a:endParaRPr lang="en-US"/>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The system must be fully available for end‑users during standard business hours, operating between 09:00 and 17:00 GMT/BST, Monday to Friday. </a:t>
                      </a:r>
                    </a:p>
                  </a:txBody>
                  <a:tcPr/>
                </a:tc>
                <a:extLst>
                  <a:ext uri="{0D108BD9-81ED-4DB2-BD59-A6C34878D82A}">
                    <a16:rowId xmlns:a16="http://schemas.microsoft.com/office/drawing/2014/main" val="536338131"/>
                  </a:ext>
                </a:extLst>
              </a:tr>
            </a:tbl>
          </a:graphicData>
        </a:graphic>
      </p:graphicFrame>
      <p:sp>
        <p:nvSpPr>
          <p:cNvPr id="13" name="Title 5">
            <a:extLst>
              <a:ext uri="{FF2B5EF4-FFF2-40B4-BE49-F238E27FC236}">
                <a16:creationId xmlns:a16="http://schemas.microsoft.com/office/drawing/2014/main" id="{3DD5BCC8-83D8-FD6B-2D5A-D76F429E2515}"/>
              </a:ext>
            </a:extLst>
          </p:cNvPr>
          <p:cNvSpPr txBox="1">
            <a:spLocks/>
          </p:cNvSpPr>
          <p:nvPr/>
        </p:nvSpPr>
        <p:spPr>
          <a:xfrm>
            <a:off x="252943" y="210517"/>
            <a:ext cx="10665106" cy="466281"/>
          </a:xfrm>
          <a:prstGeom prst="rect">
            <a:avLst/>
          </a:prstGeom>
        </p:spPr>
        <p:txBody>
          <a:bodyPr lIns="91440" tIns="45720" rIns="91440" bIns="45720" anchor="t"/>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a:spcAft>
                <a:spcPts val="0"/>
              </a:spcAft>
            </a:pPr>
            <a:r>
              <a:rPr lang="en-GB">
                <a:solidFill>
                  <a:srgbClr val="28718F"/>
                </a:solidFill>
                <a:latin typeface="Arial"/>
                <a:cs typeface="Arial"/>
              </a:rPr>
              <a:t>Non-Functional Requirements</a:t>
            </a:r>
            <a:endParaRPr lang="en-US"/>
          </a:p>
        </p:txBody>
      </p:sp>
    </p:spTree>
    <p:extLst>
      <p:ext uri="{BB962C8B-B14F-4D97-AF65-F5344CB8AC3E}">
        <p14:creationId xmlns:p14="http://schemas.microsoft.com/office/powerpoint/2010/main" val="3990125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51D4-77B6-07C1-17DC-9B2AC09402F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60703FC-1F99-C145-9700-3B6BF12EF5DF}"/>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A3 - Costing</a:t>
            </a:r>
          </a:p>
        </p:txBody>
      </p:sp>
      <p:sp>
        <p:nvSpPr>
          <p:cNvPr id="4" name="Date Placeholder 3">
            <a:extLst>
              <a:ext uri="{FF2B5EF4-FFF2-40B4-BE49-F238E27FC236}">
                <a16:creationId xmlns:a16="http://schemas.microsoft.com/office/drawing/2014/main" id="{F5D2250F-5E0C-2002-B0BF-B8EC7EB9F8AA}"/>
              </a:ext>
            </a:extLst>
          </p:cNvPr>
          <p:cNvSpPr>
            <a:spLocks noGrp="1"/>
          </p:cNvSpPr>
          <p:nvPr>
            <p:ph type="dt" sz="half" idx="10"/>
          </p:nvPr>
        </p:nvSpPr>
        <p:spPr/>
        <p:txBody>
          <a:bodyPr/>
          <a:lstStyle/>
          <a:p>
            <a:fld id="{8E1521E2-C1A8-44CA-B011-E95BE679CC57}" type="datetime1">
              <a:rPr lang="en-GB" smtClean="0"/>
              <a:t>13/07/2026</a:t>
            </a:fld>
            <a:endParaRPr lang="en-GB"/>
          </a:p>
        </p:txBody>
      </p:sp>
      <p:sp>
        <p:nvSpPr>
          <p:cNvPr id="5" name="Slide Number Placeholder 4">
            <a:extLst>
              <a:ext uri="{FF2B5EF4-FFF2-40B4-BE49-F238E27FC236}">
                <a16:creationId xmlns:a16="http://schemas.microsoft.com/office/drawing/2014/main" id="{AC4D52F0-BE96-B418-5ED7-9782BFBDD4BA}"/>
              </a:ext>
            </a:extLst>
          </p:cNvPr>
          <p:cNvSpPr>
            <a:spLocks noGrp="1"/>
          </p:cNvSpPr>
          <p:nvPr>
            <p:ph type="sldNum" sz="quarter" idx="12"/>
          </p:nvPr>
        </p:nvSpPr>
        <p:spPr/>
        <p:txBody>
          <a:bodyPr/>
          <a:lstStyle/>
          <a:p>
            <a:fld id="{D54A9EDB-8E49-45DA-B8F1-10D42A336BCA}" type="slidenum">
              <a:rPr lang="en-GB" smtClean="0"/>
              <a:t>38</a:t>
            </a:fld>
            <a:endParaRPr lang="en-GB"/>
          </a:p>
        </p:txBody>
      </p:sp>
    </p:spTree>
    <p:extLst>
      <p:ext uri="{BB962C8B-B14F-4D97-AF65-F5344CB8AC3E}">
        <p14:creationId xmlns:p14="http://schemas.microsoft.com/office/powerpoint/2010/main" val="24970915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BD88-3B1F-3A5D-9906-264ED6D686CA}"/>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FF03019-5138-96CE-51E2-F4685F791898}"/>
              </a:ext>
            </a:extLst>
          </p:cNvPr>
          <p:cNvSpPr txBox="1">
            <a:spLocks/>
          </p:cNvSpPr>
          <p:nvPr/>
        </p:nvSpPr>
        <p:spPr>
          <a:xfrm>
            <a:off x="252943" y="210517"/>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a:solidFill>
                  <a:srgbClr val="28718F"/>
                </a:solidFill>
              </a:rPr>
              <a:t>Infrastructure Costing</a:t>
            </a:r>
          </a:p>
        </p:txBody>
      </p:sp>
      <p:sp>
        <p:nvSpPr>
          <p:cNvPr id="3" name="Text Placeholder 6">
            <a:extLst>
              <a:ext uri="{FF2B5EF4-FFF2-40B4-BE49-F238E27FC236}">
                <a16:creationId xmlns:a16="http://schemas.microsoft.com/office/drawing/2014/main" id="{6702F006-B5EF-CDAE-F3D7-E680CD2F8CA5}"/>
              </a:ext>
            </a:extLst>
          </p:cNvPr>
          <p:cNvSpPr txBox="1">
            <a:spLocks/>
          </p:cNvSpPr>
          <p:nvPr/>
        </p:nvSpPr>
        <p:spPr>
          <a:xfrm>
            <a:off x="252942" y="652255"/>
            <a:ext cx="10775951" cy="369332"/>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800"/>
              <a:t>Approximate cost of infrastructure based on standard assumptions</a:t>
            </a:r>
          </a:p>
        </p:txBody>
      </p:sp>
      <p:graphicFrame>
        <p:nvGraphicFramePr>
          <p:cNvPr id="5" name="Table 4">
            <a:extLst>
              <a:ext uri="{FF2B5EF4-FFF2-40B4-BE49-F238E27FC236}">
                <a16:creationId xmlns:a16="http://schemas.microsoft.com/office/drawing/2014/main" id="{3008F1E3-B3C4-E3BE-5209-B4BD62871E53}"/>
              </a:ext>
            </a:extLst>
          </p:cNvPr>
          <p:cNvGraphicFramePr>
            <a:graphicFrameLocks noGrp="1"/>
          </p:cNvGraphicFramePr>
          <p:nvPr>
            <p:extLst>
              <p:ext uri="{D42A27DB-BD31-4B8C-83A1-F6EECF244321}">
                <p14:modId xmlns:p14="http://schemas.microsoft.com/office/powerpoint/2010/main" val="3384990437"/>
              </p:ext>
            </p:extLst>
          </p:nvPr>
        </p:nvGraphicFramePr>
        <p:xfrm>
          <a:off x="252942" y="1021587"/>
          <a:ext cx="11795760" cy="5074578"/>
        </p:xfrm>
        <a:graphic>
          <a:graphicData uri="http://schemas.openxmlformats.org/drawingml/2006/table">
            <a:tbl>
              <a:tblPr>
                <a:tableStyleId>{5C22544A-7EE6-4342-B048-85BDC9FD1C3A}</a:tableStyleId>
              </a:tblPr>
              <a:tblGrid>
                <a:gridCol w="1517235">
                  <a:extLst>
                    <a:ext uri="{9D8B030D-6E8A-4147-A177-3AD203B41FA5}">
                      <a16:colId xmlns:a16="http://schemas.microsoft.com/office/drawing/2014/main" val="2158574785"/>
                    </a:ext>
                  </a:extLst>
                </a:gridCol>
                <a:gridCol w="1294113">
                  <a:extLst>
                    <a:ext uri="{9D8B030D-6E8A-4147-A177-3AD203B41FA5}">
                      <a16:colId xmlns:a16="http://schemas.microsoft.com/office/drawing/2014/main" val="648651677"/>
                    </a:ext>
                  </a:extLst>
                </a:gridCol>
                <a:gridCol w="927686">
                  <a:extLst>
                    <a:ext uri="{9D8B030D-6E8A-4147-A177-3AD203B41FA5}">
                      <a16:colId xmlns:a16="http://schemas.microsoft.com/office/drawing/2014/main" val="438164933"/>
                    </a:ext>
                  </a:extLst>
                </a:gridCol>
                <a:gridCol w="1631584">
                  <a:extLst>
                    <a:ext uri="{9D8B030D-6E8A-4147-A177-3AD203B41FA5}">
                      <a16:colId xmlns:a16="http://schemas.microsoft.com/office/drawing/2014/main" val="362018371"/>
                    </a:ext>
                  </a:extLst>
                </a:gridCol>
                <a:gridCol w="3384102">
                  <a:extLst>
                    <a:ext uri="{9D8B030D-6E8A-4147-A177-3AD203B41FA5}">
                      <a16:colId xmlns:a16="http://schemas.microsoft.com/office/drawing/2014/main" val="3861470860"/>
                    </a:ext>
                  </a:extLst>
                </a:gridCol>
                <a:gridCol w="691509">
                  <a:extLst>
                    <a:ext uri="{9D8B030D-6E8A-4147-A177-3AD203B41FA5}">
                      <a16:colId xmlns:a16="http://schemas.microsoft.com/office/drawing/2014/main" val="3841892616"/>
                    </a:ext>
                  </a:extLst>
                </a:gridCol>
                <a:gridCol w="881743">
                  <a:extLst>
                    <a:ext uri="{9D8B030D-6E8A-4147-A177-3AD203B41FA5}">
                      <a16:colId xmlns:a16="http://schemas.microsoft.com/office/drawing/2014/main" val="1604640033"/>
                    </a:ext>
                  </a:extLst>
                </a:gridCol>
                <a:gridCol w="767161">
                  <a:extLst>
                    <a:ext uri="{9D8B030D-6E8A-4147-A177-3AD203B41FA5}">
                      <a16:colId xmlns:a16="http://schemas.microsoft.com/office/drawing/2014/main" val="1680269721"/>
                    </a:ext>
                  </a:extLst>
                </a:gridCol>
                <a:gridCol w="700627">
                  <a:extLst>
                    <a:ext uri="{9D8B030D-6E8A-4147-A177-3AD203B41FA5}">
                      <a16:colId xmlns:a16="http://schemas.microsoft.com/office/drawing/2014/main" val="1286236072"/>
                    </a:ext>
                  </a:extLst>
                </a:gridCol>
              </a:tblGrid>
              <a:tr h="248910">
                <a:tc rowSpan="2">
                  <a:txBody>
                    <a:bodyPr/>
                    <a:lstStyle/>
                    <a:p>
                      <a:pPr algn="ctr" fontAlgn="t">
                        <a:buNone/>
                      </a:pPr>
                      <a:r>
                        <a:rPr lang="en-US" sz="1400" b="1" u="none" strike="noStrike">
                          <a:solidFill>
                            <a:schemeClr val="bg1"/>
                          </a:solidFill>
                          <a:effectLst/>
                        </a:rPr>
                        <a:t>Service category</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Service type</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Region</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Resilience</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Description</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gridSpan="4">
                  <a:txBody>
                    <a:bodyPr/>
                    <a:lstStyle/>
                    <a:p>
                      <a:pPr algn="ctr" fontAlgn="t">
                        <a:buNone/>
                      </a:pPr>
                      <a:r>
                        <a:rPr lang="en-US" sz="1400" b="1" u="none" strike="noStrike">
                          <a:solidFill>
                            <a:schemeClr val="bg1"/>
                          </a:solidFill>
                          <a:effectLst/>
                        </a:rPr>
                        <a:t>Estimated Monthly Cost (approx.)</a:t>
                      </a:r>
                      <a:endParaRPr lang="en-US" sz="1100" b="1" i="0" u="none" strike="noStrike">
                        <a:solidFill>
                          <a:schemeClr val="bg1"/>
                        </a:solidFill>
                        <a:effectLst/>
                        <a:latin typeface="Arial" panose="020B0604020202020204" pitchFamily="34" charset="0"/>
                      </a:endParaRPr>
                    </a:p>
                  </a:txBody>
                  <a:tcPr marL="4896" marR="4896" marT="4896" marB="0">
                    <a:solidFill>
                      <a:srgbClr val="2D728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85149939"/>
                  </a:ext>
                </a:extLst>
              </a:tr>
              <a:tr h="24891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t">
                        <a:buNone/>
                      </a:pPr>
                      <a:r>
                        <a:rPr lang="en-US" sz="1400" u="none" strike="noStrike">
                          <a:solidFill>
                            <a:schemeClr val="bg1"/>
                          </a:solidFill>
                          <a:effectLst/>
                        </a:rPr>
                        <a:t>Dev</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Test</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Pre Prod</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Prod</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extLst>
                  <a:ext uri="{0D108BD9-81ED-4DB2-BD59-A6C34878D82A}">
                    <a16:rowId xmlns:a16="http://schemas.microsoft.com/office/drawing/2014/main" val="4277221682"/>
                  </a:ext>
                </a:extLst>
              </a:tr>
              <a:tr h="1004337">
                <a:tc>
                  <a:txBody>
                    <a:bodyPr/>
                    <a:lstStyle/>
                    <a:p>
                      <a:pPr algn="l" fontAlgn="t">
                        <a:buNone/>
                      </a:pPr>
                      <a:r>
                        <a:rPr lang="en-US" sz="1200" b="0" u="none" strike="noStrike">
                          <a:effectLst/>
                        </a:rPr>
                        <a:t>Databases</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SQL Database</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Geo-redundant / Multi-region</a:t>
                      </a:r>
                    </a:p>
                    <a:p>
                      <a:pPr lvl="0" algn="l">
                        <a:buNone/>
                      </a:pPr>
                      <a:endParaRPr lang="en-US" sz="1200" u="none" strike="noStrike">
                        <a:effectLst/>
                      </a:endParaRPr>
                    </a:p>
                    <a:p>
                      <a:pPr lvl="0" algn="l">
                        <a:buNone/>
                      </a:pPr>
                      <a:r>
                        <a:rPr lang="en-US" sz="1200" u="none" strike="noStrike">
                          <a:effectLst/>
                        </a:rPr>
                        <a:t>*ZRS ( will be good to go)</a:t>
                      </a:r>
                    </a:p>
                  </a:txBody>
                  <a:tcPr marL="4896" marR="4896" marT="4896" marB="0"/>
                </a:tc>
                <a:tc>
                  <a:txBody>
                    <a:bodyPr/>
                    <a:lstStyle/>
                    <a:p>
                      <a:pPr lvl="0" algn="l">
                        <a:buNone/>
                      </a:pPr>
                      <a:r>
                        <a:rPr lang="en-US" sz="1200" b="0" i="0" u="none" strike="noStrike" noProof="0">
                          <a:solidFill>
                            <a:srgbClr val="000000"/>
                          </a:solidFill>
                          <a:effectLst/>
                          <a:latin typeface="+mn-lt"/>
                          <a:cs typeface="Arial"/>
                        </a:rPr>
                        <a:t>Zone Redundant Database, vCore, General Purpose, Serverless, Standard-series (Gen 5), max 2 vCores, ZRS Back up Storage Redundancy, </a:t>
                      </a:r>
                      <a:r>
                        <a:rPr lang="en-US" sz="1200" b="0" i="0" u="none" strike="noStrike" noProof="0">
                          <a:solidFill>
                            <a:srgbClr val="000000"/>
                          </a:solidFill>
                          <a:effectLst/>
                          <a:latin typeface="Aptos"/>
                          <a:cs typeface="Arial"/>
                        </a:rPr>
                        <a:t>Memory : Autoscale (1 vCore ≈ 3 GB RAM)</a:t>
                      </a:r>
                      <a:endParaRPr lang="en-US" sz="1200" u="none" strike="noStrike">
                        <a:effectLst/>
                        <a:latin typeface="+mn-lt"/>
                        <a:cs typeface="Arial"/>
                      </a:endParaRPr>
                    </a:p>
                    <a:p>
                      <a:pPr lvl="0" algn="l">
                        <a:buNone/>
                      </a:pPr>
                      <a:r>
                        <a:rPr lang="en-US" sz="1200" b="0" i="0" u="sng" strike="noStrike" noProof="0">
                          <a:solidFill>
                            <a:srgbClr val="000000"/>
                          </a:solidFill>
                          <a:effectLst/>
                          <a:latin typeface="+mn-lt"/>
                          <a:cs typeface="Arial"/>
                        </a:rPr>
                        <a:t>[PRE|PROD]</a:t>
                      </a:r>
                      <a:r>
                        <a:rPr lang="en-US" sz="1200" b="0" i="0" u="none" strike="noStrike" noProof="0">
                          <a:solidFill>
                            <a:srgbClr val="000000"/>
                          </a:solidFill>
                          <a:effectLst/>
                          <a:latin typeface="+mn-lt"/>
                          <a:cs typeface="Arial"/>
                        </a:rPr>
                        <a:t> 8 vCores, max Storage 200GB</a:t>
                      </a:r>
                      <a:endParaRPr lang="en-US" sz="1200" u="none" strike="noStrike">
                        <a:effectLst/>
                        <a:latin typeface="+mn-lt"/>
                        <a:cs typeface="Arial"/>
                      </a:endParaRPr>
                    </a:p>
                  </a:txBody>
                  <a:tcPr marL="4896" marR="4896" marT="4896" marB="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£180.00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£180.00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£350.00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£350.00</a:t>
                      </a:r>
                    </a:p>
                  </a:txBody>
                  <a:tcPr marL="45720" marR="45720"/>
                </a:tc>
                <a:extLst>
                  <a:ext uri="{0D108BD9-81ED-4DB2-BD59-A6C34878D82A}">
                    <a16:rowId xmlns:a16="http://schemas.microsoft.com/office/drawing/2014/main" val="1940008786"/>
                  </a:ext>
                </a:extLst>
              </a:tr>
              <a:tr h="519337">
                <a:tc>
                  <a:txBody>
                    <a:bodyPr/>
                    <a:lstStyle/>
                    <a:p>
                      <a:pPr algn="l" fontAlgn="t">
                        <a:buNone/>
                      </a:pPr>
                      <a:r>
                        <a:rPr lang="en-US" sz="1200" b="0" u="none" strike="noStrike">
                          <a:effectLst/>
                        </a:rPr>
                        <a:t>Compute</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Container Apps</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Zone‑Redundant (ZRS)</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Consumption + Dedicated Plan; Linux containers (.NET 10); 2 vCPU(s), 4 GB RAM per replica; min 1, max 3 replicas; Includes autoscaling. </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£185.00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£185.00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4092569962"/>
                  </a:ext>
                </a:extLst>
              </a:tr>
              <a:tr h="493034">
                <a:tc>
                  <a:txBody>
                    <a:bodyPr/>
                    <a:lstStyle/>
                    <a:p>
                      <a:pPr algn="l" fontAlgn="t">
                        <a:buNone/>
                      </a:pPr>
                      <a:r>
                        <a:rPr lang="en-US" sz="1200" b="0" u="none" strike="noStrike">
                          <a:effectLst/>
                        </a:rPr>
                        <a:t>Data  Integration</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Data Factory</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Zone‑Resilient</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Azure Data Factory V2 Type, 8vCores</a:t>
                      </a:r>
                      <a:br>
                        <a:rPr lang="en-US" sz="1200" u="none" strike="noStrike" dirty="0">
                          <a:effectLst/>
                        </a:rPr>
                      </a:br>
                      <a:r>
                        <a:rPr lang="en-US" sz="1200" u="sng" strike="noStrike" dirty="0">
                          <a:effectLst/>
                        </a:rPr>
                        <a:t>[PRE|PROD]</a:t>
                      </a:r>
                      <a:r>
                        <a:rPr lang="en-US" sz="1200" u="none" strike="noStrike" dirty="0">
                          <a:effectLst/>
                        </a:rPr>
                        <a:t> 16 </a:t>
                      </a:r>
                      <a:r>
                        <a:rPr lang="en-US" sz="1200" u="none" strike="noStrike" dirty="0" err="1">
                          <a:effectLst/>
                        </a:rPr>
                        <a:t>vCore</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3228044531"/>
                  </a:ext>
                </a:extLst>
              </a:tr>
              <a:tr h="919940">
                <a:tc>
                  <a:txBody>
                    <a:bodyPr/>
                    <a:lstStyle/>
                    <a:p>
                      <a:pPr algn="l" fontAlgn="t">
                        <a:buNone/>
                      </a:pPr>
                      <a:r>
                        <a:rPr lang="en-US" sz="1200" b="0" u="none" strike="noStrike">
                          <a:effectLst/>
                        </a:rPr>
                        <a:t>Monitoring</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Monitor</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p>
                  </a:txBody>
                  <a:tcPr marL="4896" marR="4896" marT="4896" marB="0"/>
                </a:tc>
                <a:tc>
                  <a:txBody>
                    <a:bodyPr/>
                    <a:lstStyle/>
                    <a:p>
                      <a:pPr algn="l" fontAlgn="t">
                        <a:buNone/>
                      </a:pPr>
                      <a:r>
                        <a:rPr lang="en-US" sz="1200" u="none" strike="noStrike">
                          <a:effectLst/>
                        </a:rPr>
                        <a:t>Azure App Insight</a:t>
                      </a:r>
                      <a:br>
                        <a:rPr lang="en-US" sz="1200" u="none" strike="noStrike">
                          <a:effectLst/>
                        </a:rPr>
                      </a:br>
                      <a:r>
                        <a:rPr lang="en-US" sz="1200" u="none" strike="noStrike">
                          <a:effectLst/>
                        </a:rPr>
                        <a:t> Application Insights: 1 GB Daily Analytics logs ingested, 3 months Data retention, 1 Standard Web Test, 5 Minutes Execution frequency, Executing for 730 hours; </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1033332959"/>
                  </a:ext>
                </a:extLst>
              </a:tr>
              <a:tr h="441107">
                <a:tc>
                  <a:txBody>
                    <a:bodyPr/>
                    <a:lstStyle/>
                    <a:p>
                      <a:pPr algn="l" fontAlgn="t">
                        <a:buNone/>
                      </a:pPr>
                      <a:r>
                        <a:rPr lang="en-US" sz="1200" b="0" u="none" strike="noStrike">
                          <a:effectLst/>
                        </a:rPr>
                        <a:t>Security</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Key Vault</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p>
                  </a:txBody>
                  <a:tcPr marL="4896" marR="4896" marT="4896" marB="0"/>
                </a:tc>
                <a:tc>
                  <a:txBody>
                    <a:bodyPr/>
                    <a:lstStyle/>
                    <a:p>
                      <a:pPr lvl="0" algn="l">
                        <a:buNone/>
                      </a:pPr>
                      <a:r>
                        <a:rPr lang="en-US" sz="1200" b="0" i="0" u="none" strike="noStrike" noProof="0">
                          <a:solidFill>
                            <a:srgbClr val="000000"/>
                          </a:solidFill>
                          <a:effectLst/>
                          <a:latin typeface="Aptos"/>
                        </a:rPr>
                        <a:t>100-200 TPS</a:t>
                      </a:r>
                      <a:endParaRPr lang="en-US"/>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3197406555"/>
                  </a:ext>
                </a:extLst>
              </a:tr>
              <a:tr h="690916">
                <a:tc>
                  <a:txBody>
                    <a:bodyPr/>
                    <a:lstStyle/>
                    <a:p>
                      <a:pPr algn="l" fontAlgn="t">
                        <a:buNone/>
                      </a:pPr>
                      <a:r>
                        <a:rPr lang="en-US" sz="1200" b="0" u="none" strike="noStrike">
                          <a:effectLst/>
                        </a:rPr>
                        <a:t>Networking</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Private Endpoints</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3 in total .</a:t>
                      </a:r>
                      <a:br>
                        <a:rPr lang="en-US" sz="1200" u="none" strike="noStrike" dirty="0">
                          <a:effectLst/>
                        </a:rPr>
                      </a:br>
                      <a:r>
                        <a:rPr lang="en-US" sz="1200" u="none" strike="noStrike" dirty="0">
                          <a:effectLst/>
                        </a:rPr>
                        <a:t>1 Endpoints X 730 Hours, 100 GB Outbound data processed, 100 GB Inbound data processed</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1718514503"/>
                  </a:ext>
                </a:extLst>
              </a:tr>
              <a:tr h="281149">
                <a:tc gridSpan="5">
                  <a:txBody>
                    <a:bodyPr/>
                    <a:lstStyle/>
                    <a:p>
                      <a:pPr algn="r" fontAlgn="b">
                        <a:buNone/>
                      </a:pPr>
                      <a:r>
                        <a:rPr lang="en-US" sz="1200" b="1" u="none" strike="noStrike">
                          <a:effectLst/>
                        </a:rPr>
                        <a:t>Total</a:t>
                      </a:r>
                      <a:endParaRPr lang="en-US" sz="1200" b="1" i="0" u="none" strike="noStrike">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1200" u="none" strike="noStrike">
                          <a:effectLst/>
                        </a:rPr>
                        <a:t>£580.00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£580.00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£865.00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£865.00</a:t>
                      </a:r>
                      <a:endParaRPr lang="en-US" sz="1200" b="0" i="0" u="none" strike="noStrike">
                        <a:solidFill>
                          <a:srgbClr val="000000"/>
                        </a:solidFill>
                        <a:effectLst/>
                        <a:latin typeface="Arial" panose="020B0604020202020204" pitchFamily="34" charset="0"/>
                      </a:endParaRPr>
                    </a:p>
                  </a:txBody>
                  <a:tcPr marL="4896" marR="4896" marT="4896" marB="0" anchor="ctr"/>
                </a:tc>
                <a:extLst>
                  <a:ext uri="{0D108BD9-81ED-4DB2-BD59-A6C34878D82A}">
                    <a16:rowId xmlns:a16="http://schemas.microsoft.com/office/drawing/2014/main" val="3856082153"/>
                  </a:ext>
                </a:extLst>
              </a:tr>
              <a:tr h="192739">
                <a:tc gridSpan="5">
                  <a:txBody>
                    <a:bodyPr/>
                    <a:lstStyle/>
                    <a:p>
                      <a:pPr algn="r" fontAlgn="t">
                        <a:buNone/>
                      </a:pPr>
                      <a:r>
                        <a:rPr lang="en-US" sz="1200" b="1" u="none" strike="noStrike">
                          <a:effectLst/>
                        </a:rPr>
                        <a:t>Grand Total</a:t>
                      </a:r>
                      <a:endParaRPr lang="en-US" sz="1200" b="1" i="0" u="none" strike="noStrike">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l" fontAlgn="b">
                        <a:buNone/>
                      </a:pPr>
                      <a:r>
                        <a:rPr lang="en-US" sz="1200" u="none" strike="noStrike" dirty="0">
                          <a:effectLst/>
                        </a:rPr>
                        <a:t>£2,890.00</a:t>
                      </a:r>
                      <a:endParaRPr lang="en-US" sz="1200" b="0" i="0" u="none" strike="noStrike" dirty="0">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22215077"/>
                  </a:ext>
                </a:extLst>
              </a:tr>
            </a:tbl>
          </a:graphicData>
        </a:graphic>
      </p:graphicFrame>
    </p:spTree>
    <p:extLst>
      <p:ext uri="{BB962C8B-B14F-4D97-AF65-F5344CB8AC3E}">
        <p14:creationId xmlns:p14="http://schemas.microsoft.com/office/powerpoint/2010/main" val="1280136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299D0-76D2-69BC-EA29-CED9E61E58C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D6677AC-1C7E-DA00-2496-2BF5EDAE7C14}"/>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A4 – Security Policy &amp; Firewalls</a:t>
            </a:r>
          </a:p>
        </p:txBody>
      </p:sp>
      <p:sp>
        <p:nvSpPr>
          <p:cNvPr id="4" name="Date Placeholder 3">
            <a:extLst>
              <a:ext uri="{FF2B5EF4-FFF2-40B4-BE49-F238E27FC236}">
                <a16:creationId xmlns:a16="http://schemas.microsoft.com/office/drawing/2014/main" id="{0EA82CA8-9F60-986D-9351-907E672C68FC}"/>
              </a:ext>
            </a:extLst>
          </p:cNvPr>
          <p:cNvSpPr>
            <a:spLocks noGrp="1"/>
          </p:cNvSpPr>
          <p:nvPr>
            <p:ph type="dt" sz="half" idx="10"/>
          </p:nvPr>
        </p:nvSpPr>
        <p:spPr/>
        <p:txBody>
          <a:bodyPr/>
          <a:lstStyle/>
          <a:p>
            <a:fld id="{B8C8C5D8-E209-4096-846A-5F002CE9797F}" type="datetime1">
              <a:rPr lang="en-GB" smtClean="0"/>
              <a:t>13/07/2026</a:t>
            </a:fld>
            <a:endParaRPr lang="en-GB"/>
          </a:p>
        </p:txBody>
      </p:sp>
      <p:sp>
        <p:nvSpPr>
          <p:cNvPr id="5" name="Slide Number Placeholder 4">
            <a:extLst>
              <a:ext uri="{FF2B5EF4-FFF2-40B4-BE49-F238E27FC236}">
                <a16:creationId xmlns:a16="http://schemas.microsoft.com/office/drawing/2014/main" id="{1A87C52E-46DD-3BAC-440B-754D1481701A}"/>
              </a:ext>
            </a:extLst>
          </p:cNvPr>
          <p:cNvSpPr>
            <a:spLocks noGrp="1"/>
          </p:cNvSpPr>
          <p:nvPr>
            <p:ph type="sldNum" sz="quarter" idx="12"/>
          </p:nvPr>
        </p:nvSpPr>
        <p:spPr/>
        <p:txBody>
          <a:bodyPr/>
          <a:lstStyle/>
          <a:p>
            <a:fld id="{D54A9EDB-8E49-45DA-B8F1-10D42A336BCA}" type="slidenum">
              <a:rPr lang="en-GB" smtClean="0"/>
              <a:t>40</a:t>
            </a:fld>
            <a:endParaRPr lang="en-GB"/>
          </a:p>
        </p:txBody>
      </p:sp>
    </p:spTree>
    <p:extLst>
      <p:ext uri="{BB962C8B-B14F-4D97-AF65-F5344CB8AC3E}">
        <p14:creationId xmlns:p14="http://schemas.microsoft.com/office/powerpoint/2010/main" val="2233320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0CC2-77DB-E8CC-5D3E-1393819E4D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65C64A-83CE-BD78-BE85-B0ACD54A378D}"/>
              </a:ext>
            </a:extLst>
          </p:cNvPr>
          <p:cNvSpPr>
            <a:spLocks noGrp="1"/>
          </p:cNvSpPr>
          <p:nvPr>
            <p:ph type="title"/>
          </p:nvPr>
        </p:nvSpPr>
        <p:spPr>
          <a:xfrm>
            <a:off x="201106" y="82251"/>
            <a:ext cx="5697354" cy="391011"/>
          </a:xfrm>
        </p:spPr>
        <p:txBody>
          <a:bodyPr>
            <a:normAutofit fontScale="90000"/>
          </a:bodyPr>
          <a:lstStyle/>
          <a:p>
            <a:r>
              <a:rPr lang="en-GB"/>
              <a:t>Architecture Future State</a:t>
            </a:r>
          </a:p>
        </p:txBody>
      </p:sp>
      <p:sp>
        <p:nvSpPr>
          <p:cNvPr id="7" name="Text Placeholder 6">
            <a:extLst>
              <a:ext uri="{FF2B5EF4-FFF2-40B4-BE49-F238E27FC236}">
                <a16:creationId xmlns:a16="http://schemas.microsoft.com/office/drawing/2014/main" id="{EB98B412-5D9F-1A9F-C57A-76AE7D74E851}"/>
              </a:ext>
            </a:extLst>
          </p:cNvPr>
          <p:cNvSpPr>
            <a:spLocks noGrp="1"/>
          </p:cNvSpPr>
          <p:nvPr>
            <p:ph sz="half" idx="2"/>
          </p:nvPr>
        </p:nvSpPr>
        <p:spPr>
          <a:xfrm>
            <a:off x="201106" y="462672"/>
            <a:ext cx="6524276" cy="365125"/>
          </a:xfrm>
        </p:spPr>
        <p:txBody>
          <a:bodyPr>
            <a:normAutofit/>
          </a:bodyPr>
          <a:lstStyle/>
          <a:p>
            <a:r>
              <a:rPr lang="en-GB" sz="1600"/>
              <a:t>High Level To-Be: Firewalls &amp;  Security Rules</a:t>
            </a:r>
          </a:p>
        </p:txBody>
      </p:sp>
      <p:sp>
        <p:nvSpPr>
          <p:cNvPr id="16" name="Slide Number Placeholder 6">
            <a:extLst>
              <a:ext uri="{FF2B5EF4-FFF2-40B4-BE49-F238E27FC236}">
                <a16:creationId xmlns:a16="http://schemas.microsoft.com/office/drawing/2014/main" id="{1D0818FB-46CF-1AD8-4738-4A6E6CE5ED2A}"/>
              </a:ext>
            </a:extLst>
          </p:cNvPr>
          <p:cNvSpPr>
            <a:spLocks noGrp="1"/>
          </p:cNvSpPr>
          <p:nvPr>
            <p:ph type="sldNum" sz="quarter" idx="12"/>
          </p:nvPr>
        </p:nvSpPr>
        <p:spPr>
          <a:xfrm>
            <a:off x="8610600" y="6335246"/>
            <a:ext cx="2743200" cy="365125"/>
          </a:xfrm>
        </p:spPr>
        <p:txBody>
          <a:bodyPr anchor="ctr">
            <a:normAutofit/>
          </a:bodyPr>
          <a:lstStyle/>
          <a:p>
            <a:pPr>
              <a:spcAft>
                <a:spcPts val="600"/>
              </a:spcAft>
            </a:pPr>
            <a:fld id="{D54A9EDB-8E49-45DA-B8F1-10D42A336BCA}" type="slidenum">
              <a:rPr lang="en-GB" smtClean="0"/>
              <a:pPr>
                <a:spcAft>
                  <a:spcPts val="600"/>
                </a:spcAft>
              </a:pPr>
              <a:t>41</a:t>
            </a:fld>
            <a:endParaRPr lang="en-GB"/>
          </a:p>
        </p:txBody>
      </p:sp>
      <p:graphicFrame>
        <p:nvGraphicFramePr>
          <p:cNvPr id="3" name="Table 2">
            <a:extLst>
              <a:ext uri="{FF2B5EF4-FFF2-40B4-BE49-F238E27FC236}">
                <a16:creationId xmlns:a16="http://schemas.microsoft.com/office/drawing/2014/main" id="{8851FD39-F68A-D998-9F2B-4C9C3F37A2C5}"/>
              </a:ext>
            </a:extLst>
          </p:cNvPr>
          <p:cNvGraphicFramePr>
            <a:graphicFrameLocks noGrp="1"/>
          </p:cNvGraphicFramePr>
          <p:nvPr>
            <p:extLst>
              <p:ext uri="{D42A27DB-BD31-4B8C-83A1-F6EECF244321}">
                <p14:modId xmlns:p14="http://schemas.microsoft.com/office/powerpoint/2010/main" val="2251983798"/>
              </p:ext>
            </p:extLst>
          </p:nvPr>
        </p:nvGraphicFramePr>
        <p:xfrm>
          <a:off x="478536" y="1211524"/>
          <a:ext cx="10658856" cy="2428269"/>
        </p:xfrm>
        <a:graphic>
          <a:graphicData uri="http://schemas.openxmlformats.org/drawingml/2006/table">
            <a:tbl>
              <a:tblPr/>
              <a:tblGrid>
                <a:gridCol w="1607717">
                  <a:extLst>
                    <a:ext uri="{9D8B030D-6E8A-4147-A177-3AD203B41FA5}">
                      <a16:colId xmlns:a16="http://schemas.microsoft.com/office/drawing/2014/main" val="104108682"/>
                    </a:ext>
                  </a:extLst>
                </a:gridCol>
                <a:gridCol w="412235">
                  <a:extLst>
                    <a:ext uri="{9D8B030D-6E8A-4147-A177-3AD203B41FA5}">
                      <a16:colId xmlns:a16="http://schemas.microsoft.com/office/drawing/2014/main" val="3213883652"/>
                    </a:ext>
                  </a:extLst>
                </a:gridCol>
                <a:gridCol w="546211">
                  <a:extLst>
                    <a:ext uri="{9D8B030D-6E8A-4147-A177-3AD203B41FA5}">
                      <a16:colId xmlns:a16="http://schemas.microsoft.com/office/drawing/2014/main" val="4049498702"/>
                    </a:ext>
                  </a:extLst>
                </a:gridCol>
                <a:gridCol w="989364">
                  <a:extLst>
                    <a:ext uri="{9D8B030D-6E8A-4147-A177-3AD203B41FA5}">
                      <a16:colId xmlns:a16="http://schemas.microsoft.com/office/drawing/2014/main" val="3940223056"/>
                    </a:ext>
                  </a:extLst>
                </a:gridCol>
                <a:gridCol w="2538187">
                  <a:extLst>
                    <a:ext uri="{9D8B030D-6E8A-4147-A177-3AD203B41FA5}">
                      <a16:colId xmlns:a16="http://schemas.microsoft.com/office/drawing/2014/main" val="1373074619"/>
                    </a:ext>
                  </a:extLst>
                </a:gridCol>
                <a:gridCol w="1378048">
                  <a:extLst>
                    <a:ext uri="{9D8B030D-6E8A-4147-A177-3AD203B41FA5}">
                      <a16:colId xmlns:a16="http://schemas.microsoft.com/office/drawing/2014/main" val="2424481561"/>
                    </a:ext>
                  </a:extLst>
                </a:gridCol>
                <a:gridCol w="363283">
                  <a:extLst>
                    <a:ext uri="{9D8B030D-6E8A-4147-A177-3AD203B41FA5}">
                      <a16:colId xmlns:a16="http://schemas.microsoft.com/office/drawing/2014/main" val="1057566448"/>
                    </a:ext>
                  </a:extLst>
                </a:gridCol>
                <a:gridCol w="2823811">
                  <a:extLst>
                    <a:ext uri="{9D8B030D-6E8A-4147-A177-3AD203B41FA5}">
                      <a16:colId xmlns:a16="http://schemas.microsoft.com/office/drawing/2014/main" val="906703967"/>
                    </a:ext>
                  </a:extLst>
                </a:gridCol>
              </a:tblGrid>
              <a:tr h="158391">
                <a:tc>
                  <a:txBody>
                    <a:bodyPr/>
                    <a:lstStyle/>
                    <a:p>
                      <a:pPr algn="ctr" fontAlgn="t">
                        <a:buNone/>
                      </a:pPr>
                      <a:r>
                        <a:rPr lang="en-GB" sz="900" b="1" i="0" u="none" strike="noStrike">
                          <a:solidFill>
                            <a:schemeClr val="bg1"/>
                          </a:solidFill>
                          <a:effectLst/>
                          <a:latin typeface="Aptos" panose="020B0004020202020204" pitchFamily="34" charset="0"/>
                        </a:rPr>
                        <a:t>Rule Name</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Priority</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Direction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Source</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Destination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Protocol/Port</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Action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Purpose / Notes</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1169948516"/>
                  </a:ext>
                </a:extLst>
              </a:tr>
              <a:tr h="158391">
                <a:tc>
                  <a:txBody>
                    <a:bodyPr/>
                    <a:lstStyle/>
                    <a:p>
                      <a:pPr algn="l" fontAlgn="b">
                        <a:buNone/>
                      </a:pPr>
                      <a:r>
                        <a:rPr lang="en-GB" sz="900" b="0" i="0" u="none" strike="noStrike">
                          <a:solidFill>
                            <a:srgbClr val="000000"/>
                          </a:solidFill>
                          <a:effectLst/>
                          <a:latin typeface="Aptos" panose="020B0004020202020204" pitchFamily="34" charset="0"/>
                        </a:rPr>
                        <a:t>Inbound-HTTPS-to-App-Entry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100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Internet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Entry (AppGW/WAF or Firewall PIP)</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User HTTPS entry to BSE app; DNAT or AppGW → App tier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4362836"/>
                  </a:ext>
                </a:extLst>
              </a:tr>
              <a:tr h="245630">
                <a:tc>
                  <a:txBody>
                    <a:bodyPr/>
                    <a:lstStyle/>
                    <a:p>
                      <a:pPr algn="l" fontAlgn="b">
                        <a:buNone/>
                      </a:pPr>
                      <a:r>
                        <a:rPr lang="en-GB" sz="900" b="0" i="0" u="none" strike="noStrike">
                          <a:solidFill>
                            <a:srgbClr val="000000"/>
                          </a:solidFill>
                          <a:effectLst/>
                          <a:latin typeface="Aptos" panose="020B0004020202020204" pitchFamily="34" charset="0"/>
                        </a:rPr>
                        <a:t>Inbound-DNS-to-DNSForwarder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110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 VNets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Hub DNS forwarder(s)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UDP/TCP 53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Centralized DNS resolution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4351321"/>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Outbound-AD-Auth</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Spokes + Hub</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tags: </a:t>
                      </a:r>
                      <a:r>
                        <a:rPr lang="en-GB" sz="900" b="0" i="0" u="none" strike="noStrike" err="1">
                          <a:solidFill>
                            <a:srgbClr val="000000"/>
                          </a:solidFill>
                          <a:effectLst/>
                          <a:latin typeface="Aptos" panose="020B0004020202020204" pitchFamily="34" charset="0"/>
                        </a:rPr>
                        <a:t>AzureActiveDirectory</a:t>
                      </a:r>
                      <a:r>
                        <a:rPr lang="en-GB" sz="900" b="0" i="0" u="none" strike="noStrike">
                          <a:solidFill>
                            <a:srgbClr val="000000"/>
                          </a:solidFill>
                          <a:effectLst/>
                          <a:latin typeface="Aptos" panose="020B0004020202020204" pitchFamily="34" charset="0"/>
                        </a:rPr>
                        <a:t>, MSGraph</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Entra ID login and token validation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832088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Outbound-Microsoft-Identity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205</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Spokes + Hub</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login.microsoftonline.com, sts.windows.net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Explicit AAD endpoints if not using tags only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8426340"/>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Outbound-AzureSQL</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210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Subnet, ADF IR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Azure SQL (Private Endpoint preferred)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TCP/1433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 to SQL; prefer Private Endpoint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7965673"/>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Outbound-Storage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220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 Storage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Access Blob/File/Queue/Table; prefer Private Endpoints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859468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Outbound-KeyVault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230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 AzureKeyVault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Secret retrieval; prefer Private Endpoint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27906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Outbound-Monitoring</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240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tags: AzureMonitor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Logs/metrics export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0700607"/>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Outbound-CRL-Time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250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time.windows.com; ocsp.msocsp.com; crl.microsoft.com</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UDP/123, TCP/80/443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Time sync &amp; certificate revocation/OCSP</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152954"/>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Outbound-3P-API</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260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Subnet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3rd‑party API FQDN(s)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Partner API access; restrict by FQDN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26583"/>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Outbound-OnPrem-SQL</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270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ADF IR / Data Sync</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On‑prem SQL (via VPN/ER)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TCP/1433 (or custom)</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Scheduled data pulls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3555940"/>
                  </a:ext>
                </a:extLst>
              </a:tr>
              <a:tr h="158391">
                <a:tc>
                  <a:txBody>
                    <a:bodyPr/>
                    <a:lstStyle/>
                    <a:p>
                      <a:pPr algn="l" fontAlgn="b">
                        <a:buNone/>
                      </a:pPr>
                      <a:r>
                        <a:rPr lang="en-GB" sz="900" b="0" i="0" u="none" strike="noStrike">
                          <a:solidFill>
                            <a:srgbClr val="000000"/>
                          </a:solidFill>
                          <a:effectLst/>
                          <a:latin typeface="Aptos" panose="020B0004020202020204" pitchFamily="34" charset="0"/>
                        </a:rPr>
                        <a:t>Deny-Internet-Egress-Default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65000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Internet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Default deny egress (use allowlist above)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1612924"/>
                  </a:ext>
                </a:extLst>
              </a:tr>
              <a:tr h="158391">
                <a:tc>
                  <a:txBody>
                    <a:bodyPr/>
                    <a:lstStyle/>
                    <a:p>
                      <a:pPr algn="l" fontAlgn="b">
                        <a:buNone/>
                      </a:pPr>
                      <a:r>
                        <a:rPr lang="en-GB" sz="900" b="0" i="0" u="none" strike="noStrike">
                          <a:solidFill>
                            <a:srgbClr val="000000"/>
                          </a:solidFill>
                          <a:effectLst/>
                          <a:latin typeface="Aptos" panose="020B0004020202020204" pitchFamily="34" charset="0"/>
                        </a:rPr>
                        <a:t>Deny-Inbound-Default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65001</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Default deny 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3728121"/>
                  </a:ext>
                </a:extLst>
              </a:tr>
            </a:tbl>
          </a:graphicData>
        </a:graphic>
      </p:graphicFrame>
      <p:graphicFrame>
        <p:nvGraphicFramePr>
          <p:cNvPr id="4" name="Table 3">
            <a:extLst>
              <a:ext uri="{FF2B5EF4-FFF2-40B4-BE49-F238E27FC236}">
                <a16:creationId xmlns:a16="http://schemas.microsoft.com/office/drawing/2014/main" id="{35431628-F8B4-5F2F-AEAA-438C94D67823}"/>
              </a:ext>
            </a:extLst>
          </p:cNvPr>
          <p:cNvGraphicFramePr>
            <a:graphicFrameLocks noGrp="1"/>
          </p:cNvGraphicFramePr>
          <p:nvPr>
            <p:extLst>
              <p:ext uri="{D42A27DB-BD31-4B8C-83A1-F6EECF244321}">
                <p14:modId xmlns:p14="http://schemas.microsoft.com/office/powerpoint/2010/main" val="1964264222"/>
              </p:ext>
            </p:extLst>
          </p:nvPr>
        </p:nvGraphicFramePr>
        <p:xfrm>
          <a:off x="454152" y="3984007"/>
          <a:ext cx="8890000" cy="762000"/>
        </p:xfrm>
        <a:graphic>
          <a:graphicData uri="http://schemas.openxmlformats.org/drawingml/2006/table">
            <a:tbl>
              <a:tblPr/>
              <a:tblGrid>
                <a:gridCol w="914074">
                  <a:extLst>
                    <a:ext uri="{9D8B030D-6E8A-4147-A177-3AD203B41FA5}">
                      <a16:colId xmlns:a16="http://schemas.microsoft.com/office/drawing/2014/main" val="3218390730"/>
                    </a:ext>
                  </a:extLst>
                </a:gridCol>
                <a:gridCol w="2831089">
                  <a:extLst>
                    <a:ext uri="{9D8B030D-6E8A-4147-A177-3AD203B41FA5}">
                      <a16:colId xmlns:a16="http://schemas.microsoft.com/office/drawing/2014/main" val="843157807"/>
                    </a:ext>
                  </a:extLst>
                </a:gridCol>
                <a:gridCol w="1818625">
                  <a:extLst>
                    <a:ext uri="{9D8B030D-6E8A-4147-A177-3AD203B41FA5}">
                      <a16:colId xmlns:a16="http://schemas.microsoft.com/office/drawing/2014/main" val="379186867"/>
                    </a:ext>
                  </a:extLst>
                </a:gridCol>
                <a:gridCol w="545905">
                  <a:extLst>
                    <a:ext uri="{9D8B030D-6E8A-4147-A177-3AD203B41FA5}">
                      <a16:colId xmlns:a16="http://schemas.microsoft.com/office/drawing/2014/main" val="447393437"/>
                    </a:ext>
                  </a:extLst>
                </a:gridCol>
                <a:gridCol w="609382">
                  <a:extLst>
                    <a:ext uri="{9D8B030D-6E8A-4147-A177-3AD203B41FA5}">
                      <a16:colId xmlns:a16="http://schemas.microsoft.com/office/drawing/2014/main" val="547330789"/>
                    </a:ext>
                  </a:extLst>
                </a:gridCol>
                <a:gridCol w="2170925">
                  <a:extLst>
                    <a:ext uri="{9D8B030D-6E8A-4147-A177-3AD203B41FA5}">
                      <a16:colId xmlns:a16="http://schemas.microsoft.com/office/drawing/2014/main" val="4033138377"/>
                    </a:ext>
                  </a:extLst>
                </a:gridCol>
              </a:tblGrid>
              <a:tr h="190500">
                <a:tc>
                  <a:txBody>
                    <a:bodyPr/>
                    <a:lstStyle/>
                    <a:p>
                      <a:pPr algn="ctr" fontAlgn="t">
                        <a:buNone/>
                      </a:pPr>
                      <a:r>
                        <a:rPr lang="en-GB" sz="1100" b="1" i="0" u="none" strike="noStrike">
                          <a:solidFill>
                            <a:schemeClr val="bg1"/>
                          </a:solidFill>
                          <a:effectLst/>
                          <a:latin typeface="Aptos" panose="020B0004020202020204" pitchFamily="34" charset="0"/>
                        </a:rPr>
                        <a:t>Hop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From → To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Control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Port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Action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Notes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71608345"/>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Internet → Hub (AppGW/WAF or Firewall PIP)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Azure Firewall / AppGW WAF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HTTPS only; WAF policies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4695654"/>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Hub Ingress → App Subnet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NSG (App)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Health probes from AppGW subnet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78347"/>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App → Entra ID endpoints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 egress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Login redirect &amp; token validation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6150751"/>
                  </a:ext>
                </a:extLst>
              </a:tr>
            </a:tbl>
          </a:graphicData>
        </a:graphic>
      </p:graphicFrame>
      <p:graphicFrame>
        <p:nvGraphicFramePr>
          <p:cNvPr id="5" name="Table 4">
            <a:extLst>
              <a:ext uri="{FF2B5EF4-FFF2-40B4-BE49-F238E27FC236}">
                <a16:creationId xmlns:a16="http://schemas.microsoft.com/office/drawing/2014/main" id="{19B72AC4-9F1C-B84F-10E2-74E37E9FC475}"/>
              </a:ext>
            </a:extLst>
          </p:cNvPr>
          <p:cNvGraphicFramePr>
            <a:graphicFrameLocks noGrp="1"/>
          </p:cNvGraphicFramePr>
          <p:nvPr>
            <p:extLst>
              <p:ext uri="{D42A27DB-BD31-4B8C-83A1-F6EECF244321}">
                <p14:modId xmlns:p14="http://schemas.microsoft.com/office/powerpoint/2010/main" val="26354833"/>
              </p:ext>
            </p:extLst>
          </p:nvPr>
        </p:nvGraphicFramePr>
        <p:xfrm>
          <a:off x="454152" y="5117246"/>
          <a:ext cx="7264400" cy="1333500"/>
        </p:xfrm>
        <a:graphic>
          <a:graphicData uri="http://schemas.openxmlformats.org/drawingml/2006/table">
            <a:tbl>
              <a:tblPr/>
              <a:tblGrid>
                <a:gridCol w="634445">
                  <a:extLst>
                    <a:ext uri="{9D8B030D-6E8A-4147-A177-3AD203B41FA5}">
                      <a16:colId xmlns:a16="http://schemas.microsoft.com/office/drawing/2014/main" val="988136902"/>
                    </a:ext>
                  </a:extLst>
                </a:gridCol>
                <a:gridCol w="1357713">
                  <a:extLst>
                    <a:ext uri="{9D8B030D-6E8A-4147-A177-3AD203B41FA5}">
                      <a16:colId xmlns:a16="http://schemas.microsoft.com/office/drawing/2014/main" val="556403964"/>
                    </a:ext>
                  </a:extLst>
                </a:gridCol>
                <a:gridCol w="1208619">
                  <a:extLst>
                    <a:ext uri="{9D8B030D-6E8A-4147-A177-3AD203B41FA5}">
                      <a16:colId xmlns:a16="http://schemas.microsoft.com/office/drawing/2014/main" val="1497257478"/>
                    </a:ext>
                  </a:extLst>
                </a:gridCol>
                <a:gridCol w="1475086">
                  <a:extLst>
                    <a:ext uri="{9D8B030D-6E8A-4147-A177-3AD203B41FA5}">
                      <a16:colId xmlns:a16="http://schemas.microsoft.com/office/drawing/2014/main" val="3118759544"/>
                    </a:ext>
                  </a:extLst>
                </a:gridCol>
                <a:gridCol w="2588537">
                  <a:extLst>
                    <a:ext uri="{9D8B030D-6E8A-4147-A177-3AD203B41FA5}">
                      <a16:colId xmlns:a16="http://schemas.microsoft.com/office/drawing/2014/main" val="4194455350"/>
                    </a:ext>
                  </a:extLst>
                </a:gridCol>
              </a:tblGrid>
              <a:tr h="190500">
                <a:tc>
                  <a:txBody>
                    <a:bodyPr/>
                    <a:lstStyle/>
                    <a:p>
                      <a:pPr algn="ctr" fontAlgn="t">
                        <a:buNone/>
                      </a:pPr>
                      <a:r>
                        <a:rPr lang="en-GB" sz="1100" b="1" i="0" u="none" strike="noStrike">
                          <a:solidFill>
                            <a:schemeClr val="bg1"/>
                          </a:solidFill>
                          <a:effectLst/>
                          <a:latin typeface="Aptos" panose="020B0004020202020204" pitchFamily="34" charset="0"/>
                        </a:rPr>
                        <a:t>Source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Destination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Via</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Port(s)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Rule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2394037613"/>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Azure SQL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1433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9067030"/>
                  </a:ext>
                </a:extLst>
              </a:tr>
              <a:tr h="190500">
                <a:tc>
                  <a:txBody>
                    <a:bodyPr/>
                    <a:lstStyle/>
                    <a:p>
                      <a:pPr algn="l" fontAlgn="b">
                        <a:buNone/>
                      </a:pPr>
                      <a:r>
                        <a:rPr lang="en-GB" sz="1100" b="0" i="0" u="none" strike="noStrike">
                          <a:solidFill>
                            <a:srgbClr val="000000"/>
                          </a:solidFill>
                          <a:effectLst/>
                          <a:latin typeface="Aptos" panose="020B0004020202020204" pitchFamily="34" charset="0"/>
                        </a:rPr>
                        <a:t>ADF 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On‑prem SQL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Hub (VPN/ER)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1433 (or custom)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723012"/>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App/ADF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Key Vault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523705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App/ADF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Storage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592087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3rd‑party 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 (FQDN‑limited)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82792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Internet (general)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Any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Deny except approved FQDN tags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9092906"/>
                  </a:ext>
                </a:extLst>
              </a:tr>
            </a:tbl>
          </a:graphicData>
        </a:graphic>
      </p:graphicFrame>
      <p:sp>
        <p:nvSpPr>
          <p:cNvPr id="9" name="Text Placeholder 12">
            <a:extLst>
              <a:ext uri="{FF2B5EF4-FFF2-40B4-BE49-F238E27FC236}">
                <a16:creationId xmlns:a16="http://schemas.microsoft.com/office/drawing/2014/main" id="{C9109E7B-55DA-798F-AB0F-748AB10B2021}"/>
              </a:ext>
            </a:extLst>
          </p:cNvPr>
          <p:cNvSpPr txBox="1">
            <a:spLocks/>
          </p:cNvSpPr>
          <p:nvPr/>
        </p:nvSpPr>
        <p:spPr>
          <a:xfrm>
            <a:off x="344424" y="858520"/>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a:t>1. Firewall &amp; Security</a:t>
            </a:r>
          </a:p>
        </p:txBody>
      </p:sp>
      <p:sp>
        <p:nvSpPr>
          <p:cNvPr id="10" name="Text Placeholder 12">
            <a:extLst>
              <a:ext uri="{FF2B5EF4-FFF2-40B4-BE49-F238E27FC236}">
                <a16:creationId xmlns:a16="http://schemas.microsoft.com/office/drawing/2014/main" id="{9A3FAA92-7376-F894-EA5D-92776237A308}"/>
              </a:ext>
            </a:extLst>
          </p:cNvPr>
          <p:cNvSpPr txBox="1">
            <a:spLocks/>
          </p:cNvSpPr>
          <p:nvPr/>
        </p:nvSpPr>
        <p:spPr>
          <a:xfrm>
            <a:off x="403052" y="3684429"/>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a:t>2. Ingress Path</a:t>
            </a:r>
          </a:p>
        </p:txBody>
      </p:sp>
      <p:sp>
        <p:nvSpPr>
          <p:cNvPr id="11" name="Text Placeholder 12">
            <a:extLst>
              <a:ext uri="{FF2B5EF4-FFF2-40B4-BE49-F238E27FC236}">
                <a16:creationId xmlns:a16="http://schemas.microsoft.com/office/drawing/2014/main" id="{CA8BC6DD-AC62-AF6A-3FF6-54D67CC2B09B}"/>
              </a:ext>
            </a:extLst>
          </p:cNvPr>
          <p:cNvSpPr txBox="1">
            <a:spLocks/>
          </p:cNvSpPr>
          <p:nvPr/>
        </p:nvSpPr>
        <p:spPr>
          <a:xfrm>
            <a:off x="344424" y="4817668"/>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a:t>3. Egress Path</a:t>
            </a:r>
          </a:p>
        </p:txBody>
      </p:sp>
    </p:spTree>
    <p:extLst>
      <p:ext uri="{BB962C8B-B14F-4D97-AF65-F5344CB8AC3E}">
        <p14:creationId xmlns:p14="http://schemas.microsoft.com/office/powerpoint/2010/main" val="174030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0A6F5-4FAE-B7BC-A5A7-C1371DE7A55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B12363-20B6-A55C-4DFE-75B830AA41DE}"/>
              </a:ext>
            </a:extLst>
          </p:cNvPr>
          <p:cNvSpPr>
            <a:spLocks noGrp="1"/>
          </p:cNvSpPr>
          <p:nvPr>
            <p:ph type="title"/>
          </p:nvPr>
        </p:nvSpPr>
        <p:spPr>
          <a:xfrm>
            <a:off x="0" y="0"/>
            <a:ext cx="4360244" cy="6858000"/>
          </a:xfrm>
          <a:solidFill>
            <a:srgbClr val="2D728F"/>
          </a:solidFill>
        </p:spPr>
        <p:txBody>
          <a:bodyPr lIns="91440" tIns="45720" rIns="91440" bIns="45720" anchor="t"/>
          <a:lstStyle/>
          <a:p>
            <a:br>
              <a:rPr lang="en-GB"/>
            </a:br>
            <a:br>
              <a:rPr lang="en-GB"/>
            </a:br>
            <a:br>
              <a:rPr lang="en-GB"/>
            </a:br>
            <a:br>
              <a:rPr lang="en-GB"/>
            </a:br>
            <a:r>
              <a:rPr lang="en-GB">
                <a:solidFill>
                  <a:schemeClr val="bg1"/>
                </a:solidFill>
                <a:latin typeface="Arial"/>
                <a:cs typeface="Arial"/>
              </a:rPr>
              <a:t>A5 – Service Design, GDS &amp; Compliance Summary</a:t>
            </a:r>
            <a:br>
              <a:rPr lang="en-GB"/>
            </a:br>
            <a:endParaRPr lang="en-GB">
              <a:solidFill>
                <a:schemeClr val="bg1"/>
              </a:solidFill>
            </a:endParaRPr>
          </a:p>
        </p:txBody>
      </p:sp>
      <p:sp>
        <p:nvSpPr>
          <p:cNvPr id="4" name="Date Placeholder 3">
            <a:extLst>
              <a:ext uri="{FF2B5EF4-FFF2-40B4-BE49-F238E27FC236}">
                <a16:creationId xmlns:a16="http://schemas.microsoft.com/office/drawing/2014/main" id="{760C887D-8A91-3F4A-4373-00D039B7DD1E}"/>
              </a:ext>
            </a:extLst>
          </p:cNvPr>
          <p:cNvSpPr>
            <a:spLocks noGrp="1"/>
          </p:cNvSpPr>
          <p:nvPr>
            <p:ph type="dt" sz="half" idx="10"/>
          </p:nvPr>
        </p:nvSpPr>
        <p:spPr/>
        <p:txBody>
          <a:bodyPr/>
          <a:lstStyle/>
          <a:p>
            <a:fld id="{B8C8C5D8-E209-4096-846A-5F002CE9797F}" type="datetime1">
              <a:rPr lang="en-GB" smtClean="0"/>
              <a:t>13/07/2026</a:t>
            </a:fld>
            <a:endParaRPr lang="en-GB"/>
          </a:p>
        </p:txBody>
      </p:sp>
      <p:sp>
        <p:nvSpPr>
          <p:cNvPr id="5" name="Slide Number Placeholder 4">
            <a:extLst>
              <a:ext uri="{FF2B5EF4-FFF2-40B4-BE49-F238E27FC236}">
                <a16:creationId xmlns:a16="http://schemas.microsoft.com/office/drawing/2014/main" id="{9887BC96-11B1-F2BD-8B4B-B0FD4C7D46B2}"/>
              </a:ext>
            </a:extLst>
          </p:cNvPr>
          <p:cNvSpPr>
            <a:spLocks noGrp="1"/>
          </p:cNvSpPr>
          <p:nvPr>
            <p:ph type="sldNum" sz="quarter" idx="12"/>
          </p:nvPr>
        </p:nvSpPr>
        <p:spPr/>
        <p:txBody>
          <a:bodyPr/>
          <a:lstStyle/>
          <a:p>
            <a:fld id="{D54A9EDB-8E49-45DA-B8F1-10D42A336BCA}" type="slidenum">
              <a:rPr lang="en-GB" smtClean="0"/>
              <a:t>42</a:t>
            </a:fld>
            <a:endParaRPr lang="en-GB"/>
          </a:p>
        </p:txBody>
      </p:sp>
    </p:spTree>
    <p:extLst>
      <p:ext uri="{BB962C8B-B14F-4D97-AF65-F5344CB8AC3E}">
        <p14:creationId xmlns:p14="http://schemas.microsoft.com/office/powerpoint/2010/main" val="770121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608" y="124876"/>
            <a:ext cx="7686720" cy="507831"/>
          </a:xfrm>
          <a:prstGeom prst="rect">
            <a:avLst/>
          </a:prstGeom>
          <a:noFill/>
        </p:spPr>
        <p:txBody>
          <a:bodyPr wrap="none">
            <a:spAutoFit/>
          </a:bodyPr>
          <a:lstStyle/>
          <a:p>
            <a:pPr>
              <a:defRPr sz="3200" b="1"/>
            </a:pPr>
            <a:r>
              <a:rPr sz="2700" b="1">
                <a:solidFill>
                  <a:srgbClr val="28718F"/>
                </a:solidFill>
                <a:latin typeface="Arial" panose="020B0604020202020204" pitchFamily="34" charset="0"/>
                <a:ea typeface="+mj-ea"/>
                <a:cs typeface="Arial" panose="020B0604020202020204" pitchFamily="34" charset="0"/>
              </a:rPr>
              <a:t>Service Design, GDS &amp; Compliance Summary</a:t>
            </a:r>
          </a:p>
        </p:txBody>
      </p:sp>
      <p:graphicFrame>
        <p:nvGraphicFramePr>
          <p:cNvPr id="9" name="Table 8">
            <a:extLst>
              <a:ext uri="{FF2B5EF4-FFF2-40B4-BE49-F238E27FC236}">
                <a16:creationId xmlns:a16="http://schemas.microsoft.com/office/drawing/2014/main" id="{19F5465D-FB17-975A-21DE-6C145AC114FA}"/>
              </a:ext>
            </a:extLst>
          </p:cNvPr>
          <p:cNvGraphicFramePr>
            <a:graphicFrameLocks noGrp="1"/>
          </p:cNvGraphicFramePr>
          <p:nvPr/>
        </p:nvGraphicFramePr>
        <p:xfrm>
          <a:off x="838200" y="1673352"/>
          <a:ext cx="10515600" cy="4513306"/>
        </p:xfrm>
        <a:graphic>
          <a:graphicData uri="http://schemas.openxmlformats.org/drawingml/2006/table">
            <a:tbl>
              <a:tblPr/>
              <a:tblGrid>
                <a:gridCol w="10515600">
                  <a:extLst>
                    <a:ext uri="{9D8B030D-6E8A-4147-A177-3AD203B41FA5}">
                      <a16:colId xmlns:a16="http://schemas.microsoft.com/office/drawing/2014/main" val="2084734605"/>
                    </a:ext>
                  </a:extLst>
                </a:gridCol>
              </a:tblGrid>
              <a:tr h="950976">
                <a:tc>
                  <a:txBody>
                    <a:bodyPr/>
                    <a:lstStyle/>
                    <a:p>
                      <a:pPr fontAlgn="t">
                        <a:lnSpc>
                          <a:spcPts val="1500"/>
                        </a:lnSpc>
                        <a:buNone/>
                      </a:pPr>
                      <a:r>
                        <a:rPr lang="en-US" b="1" i="0">
                          <a:effectLst/>
                          <a:latin typeface="Segoe UI" panose="020B0502040204020203" pitchFamily="34" charset="0"/>
                        </a:rPr>
                        <a:t>Accessibility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not introduce any new WCAG 2.2 AA accessibility regressions during the migration.</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complete and provide results from WCAG 2.2 AA accessibility testing.</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that the existing accessibility statement remains accurate post‑migration.</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3121614445"/>
                  </a:ext>
                </a:extLst>
              </a:tr>
              <a:tr h="690374">
                <a:tc>
                  <a:txBody>
                    <a:bodyPr/>
                    <a:lstStyle/>
                    <a:p>
                      <a:pPr fontAlgn="t">
                        <a:lnSpc>
                          <a:spcPts val="1500"/>
                        </a:lnSpc>
                        <a:buNone/>
                      </a:pPr>
                      <a:r>
                        <a:rPr lang="en-US" b="1" i="0">
                          <a:effectLst/>
                          <a:latin typeface="Segoe UI" panose="020B0502040204020203" pitchFamily="34" charset="0"/>
                        </a:rPr>
                        <a:t>GOV.UK Design System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no changes are made to the UI that break current GOV.UK‑aligned behavior.</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the migrated platform remains technically ready for future GOV.UK Design System adoption in 2026.</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422751205"/>
                  </a:ext>
                </a:extLst>
              </a:tr>
              <a:tr h="887624">
                <a:tc>
                  <a:txBody>
                    <a:bodyPr/>
                    <a:lstStyle/>
                    <a:p>
                      <a:pPr fontAlgn="t">
                        <a:lnSpc>
                          <a:spcPts val="1500"/>
                        </a:lnSpc>
                        <a:buNone/>
                      </a:pPr>
                      <a:r>
                        <a:rPr lang="en-US" b="1" i="0">
                          <a:effectLst/>
                          <a:latin typeface="Segoe UI" panose="020B0502040204020203" pitchFamily="34" charset="0"/>
                        </a:rPr>
                        <a:t>Privacy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no new personal data will be collected or processed as part of the migration.</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that encryption in transit (TLS 1.2+) and encryption at rest are fully implemented.</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the current DPIA remains valid and no new privacy risks have been introduced.</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3782572955"/>
                  </a:ext>
                </a:extLst>
              </a:tr>
              <a:tr h="887624">
                <a:tc>
                  <a:txBody>
                    <a:bodyPr/>
                    <a:lstStyle/>
                    <a:p>
                      <a:pPr fontAlgn="t">
                        <a:lnSpc>
                          <a:spcPts val="1500"/>
                        </a:lnSpc>
                        <a:buNone/>
                      </a:pPr>
                      <a:r>
                        <a:rPr lang="en-US" b="1" i="0">
                          <a:effectLst/>
                          <a:latin typeface="Segoe UI" panose="020B0502040204020203" pitchFamily="34" charset="0"/>
                        </a:rPr>
                        <a:t>Security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alignment with Defra Secure‑by‑Design controls.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configure Cloud KMS-managed encryption for all data stores.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logging and monitoring is in place.</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664065993"/>
                  </a:ext>
                </a:extLst>
              </a:tr>
              <a:tr h="1096708">
                <a:tc>
                  <a:txBody>
                    <a:bodyPr/>
                    <a:lstStyle/>
                    <a:p>
                      <a:pPr fontAlgn="t">
                        <a:lnSpc>
                          <a:spcPts val="1500"/>
                        </a:lnSpc>
                        <a:buNone/>
                      </a:pPr>
                      <a:r>
                        <a:rPr lang="en-US" b="1" i="0" dirty="0">
                          <a:effectLst/>
                          <a:latin typeface="Segoe UI" panose="020B0502040204020203" pitchFamily="34" charset="0"/>
                        </a:rPr>
                        <a:t>GDS Compliance Statements</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demonstrate alignment to each of the 14 points of the GDS Service Standard.</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confirm no functional changes will be introduced during migration.</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confirm that existing user journeys will be preserved until the 2026 rewrite.</a:t>
                      </a:r>
                    </a:p>
                    <a:p>
                      <a:endParaRPr lang="en-GB"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975477156"/>
                  </a:ext>
                </a:extLst>
              </a:tr>
            </a:tbl>
          </a:graphicData>
        </a:graphic>
      </p:graphicFrame>
      <p:pic>
        <p:nvPicPr>
          <p:cNvPr id="3" name="Graphic 2" descr="Close with solid fill">
            <a:extLst>
              <a:ext uri="{FF2B5EF4-FFF2-40B4-BE49-F238E27FC236}">
                <a16:creationId xmlns:a16="http://schemas.microsoft.com/office/drawing/2014/main" id="{254FDDC8-9421-112F-7F5C-ACF79CEA4C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0976" y="3930005"/>
            <a:ext cx="210312" cy="210312"/>
          </a:xfrm>
          <a:prstGeom prst="rect">
            <a:avLst/>
          </a:prstGeom>
        </p:spPr>
      </p:pic>
      <p:pic>
        <p:nvPicPr>
          <p:cNvPr id="6" name="Graphic 5" descr="Checkmark with solid fill">
            <a:extLst>
              <a:ext uri="{FF2B5EF4-FFF2-40B4-BE49-F238E27FC236}">
                <a16:creationId xmlns:a16="http://schemas.microsoft.com/office/drawing/2014/main" id="{2CFCDDF4-D311-B9F3-277F-1F342F311F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1883664"/>
            <a:ext cx="240792" cy="240792"/>
          </a:xfrm>
          <a:prstGeom prst="rect">
            <a:avLst/>
          </a:prstGeom>
        </p:spPr>
      </p:pic>
      <p:pic>
        <p:nvPicPr>
          <p:cNvPr id="10" name="Graphic 9" descr="Checkmark with solid fill">
            <a:extLst>
              <a:ext uri="{FF2B5EF4-FFF2-40B4-BE49-F238E27FC236}">
                <a16:creationId xmlns:a16="http://schemas.microsoft.com/office/drawing/2014/main" id="{1E92E1F2-D7CA-26FF-DA26-7985C5723D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2093976"/>
            <a:ext cx="240792" cy="240792"/>
          </a:xfrm>
          <a:prstGeom prst="rect">
            <a:avLst/>
          </a:prstGeom>
        </p:spPr>
      </p:pic>
      <p:pic>
        <p:nvPicPr>
          <p:cNvPr id="11" name="Graphic 10" descr="Checkmark with solid fill">
            <a:extLst>
              <a:ext uri="{FF2B5EF4-FFF2-40B4-BE49-F238E27FC236}">
                <a16:creationId xmlns:a16="http://schemas.microsoft.com/office/drawing/2014/main" id="{C220207C-0CE4-341D-71CB-99E787CD95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2285948"/>
            <a:ext cx="240792" cy="240792"/>
          </a:xfrm>
          <a:prstGeom prst="rect">
            <a:avLst/>
          </a:prstGeom>
        </p:spPr>
      </p:pic>
      <p:pic>
        <p:nvPicPr>
          <p:cNvPr id="12" name="Graphic 11" descr="Checkmark with solid fill">
            <a:extLst>
              <a:ext uri="{FF2B5EF4-FFF2-40B4-BE49-F238E27FC236}">
                <a16:creationId xmlns:a16="http://schemas.microsoft.com/office/drawing/2014/main" id="{1E73D518-CAAE-02A7-ED4E-E7D727475A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496" y="2866305"/>
            <a:ext cx="240792" cy="240792"/>
          </a:xfrm>
          <a:prstGeom prst="rect">
            <a:avLst/>
          </a:prstGeom>
        </p:spPr>
      </p:pic>
      <p:pic>
        <p:nvPicPr>
          <p:cNvPr id="13" name="Graphic 12" descr="Checkmark with solid fill">
            <a:extLst>
              <a:ext uri="{FF2B5EF4-FFF2-40B4-BE49-F238E27FC236}">
                <a16:creationId xmlns:a16="http://schemas.microsoft.com/office/drawing/2014/main" id="{C37F0C55-DA15-1576-4677-0B07E1F223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3037280"/>
            <a:ext cx="240792" cy="240792"/>
          </a:xfrm>
          <a:prstGeom prst="rect">
            <a:avLst/>
          </a:prstGeom>
        </p:spPr>
      </p:pic>
      <p:pic>
        <p:nvPicPr>
          <p:cNvPr id="14" name="Graphic 13" descr="Checkmark with solid fill">
            <a:extLst>
              <a:ext uri="{FF2B5EF4-FFF2-40B4-BE49-F238E27FC236}">
                <a16:creationId xmlns:a16="http://schemas.microsoft.com/office/drawing/2014/main" id="{2BEEA08F-214F-695A-124B-D4B6448AF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3527721"/>
            <a:ext cx="240792" cy="240792"/>
          </a:xfrm>
          <a:prstGeom prst="rect">
            <a:avLst/>
          </a:prstGeom>
        </p:spPr>
      </p:pic>
      <p:pic>
        <p:nvPicPr>
          <p:cNvPr id="16" name="Graphic 15" descr="Checkmark with solid fill">
            <a:extLst>
              <a:ext uri="{FF2B5EF4-FFF2-40B4-BE49-F238E27FC236}">
                <a16:creationId xmlns:a16="http://schemas.microsoft.com/office/drawing/2014/main" id="{D09D9B8C-BFCA-5470-2DE9-36C9C1A2A3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496" y="4611969"/>
            <a:ext cx="240792" cy="240792"/>
          </a:xfrm>
          <a:prstGeom prst="rect">
            <a:avLst/>
          </a:prstGeom>
        </p:spPr>
      </p:pic>
      <p:pic>
        <p:nvPicPr>
          <p:cNvPr id="17" name="Graphic 16" descr="Checkmark with solid fill">
            <a:extLst>
              <a:ext uri="{FF2B5EF4-FFF2-40B4-BE49-F238E27FC236}">
                <a16:creationId xmlns:a16="http://schemas.microsoft.com/office/drawing/2014/main" id="{98BBF5BE-88CD-AC06-49F1-81B4838493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4444099"/>
            <a:ext cx="240792" cy="240792"/>
          </a:xfrm>
          <a:prstGeom prst="rect">
            <a:avLst/>
          </a:prstGeom>
        </p:spPr>
      </p:pic>
      <p:pic>
        <p:nvPicPr>
          <p:cNvPr id="18" name="Graphic 17" descr="Checkmark with solid fill">
            <a:extLst>
              <a:ext uri="{FF2B5EF4-FFF2-40B4-BE49-F238E27FC236}">
                <a16:creationId xmlns:a16="http://schemas.microsoft.com/office/drawing/2014/main" id="{ACAA67C7-A264-994E-373E-EE9961D154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3725674"/>
            <a:ext cx="240792" cy="240792"/>
          </a:xfrm>
          <a:prstGeom prst="rect">
            <a:avLst/>
          </a:prstGeom>
        </p:spPr>
      </p:pic>
      <p:pic>
        <p:nvPicPr>
          <p:cNvPr id="19" name="Graphic 18" descr="Checkmark with solid fill">
            <a:extLst>
              <a:ext uri="{FF2B5EF4-FFF2-40B4-BE49-F238E27FC236}">
                <a16:creationId xmlns:a16="http://schemas.microsoft.com/office/drawing/2014/main" id="{6C8B3A62-C35E-58D3-D32B-D2EB25D018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4825439"/>
            <a:ext cx="240792" cy="240792"/>
          </a:xfrm>
          <a:prstGeom prst="rect">
            <a:avLst/>
          </a:prstGeom>
        </p:spPr>
      </p:pic>
      <p:pic>
        <p:nvPicPr>
          <p:cNvPr id="20" name="Graphic 19" descr="Checkmark with solid fill">
            <a:extLst>
              <a:ext uri="{FF2B5EF4-FFF2-40B4-BE49-F238E27FC236}">
                <a16:creationId xmlns:a16="http://schemas.microsoft.com/office/drawing/2014/main" id="{45CFDAA1-2D68-08CF-8D0D-FC2BF81CD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5475117"/>
            <a:ext cx="240792" cy="240792"/>
          </a:xfrm>
          <a:prstGeom prst="rect">
            <a:avLst/>
          </a:prstGeom>
        </p:spPr>
      </p:pic>
      <p:pic>
        <p:nvPicPr>
          <p:cNvPr id="21" name="Graphic 20" descr="Checkmark with solid fill">
            <a:extLst>
              <a:ext uri="{FF2B5EF4-FFF2-40B4-BE49-F238E27FC236}">
                <a16:creationId xmlns:a16="http://schemas.microsoft.com/office/drawing/2014/main" id="{1407D274-5BEB-BC80-1760-8CBACB5C4B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5710491"/>
            <a:ext cx="240792" cy="240792"/>
          </a:xfrm>
          <a:prstGeom prst="rect">
            <a:avLst/>
          </a:prstGeom>
        </p:spPr>
      </p:pic>
      <p:pic>
        <p:nvPicPr>
          <p:cNvPr id="22" name="Graphic 21" descr="Close with solid fill">
            <a:extLst>
              <a:ext uri="{FF2B5EF4-FFF2-40B4-BE49-F238E27FC236}">
                <a16:creationId xmlns:a16="http://schemas.microsoft.com/office/drawing/2014/main" id="{474D85CE-A6C1-D2C7-C52D-262950D1E6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4024" y="5366182"/>
            <a:ext cx="210312" cy="21031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0417-FEE4-5704-605A-44BDB4CCE6A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CEBF2F2-30F4-4DB3-11C3-4D64891F1FAD}"/>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A6 – Glossary</a:t>
            </a:r>
          </a:p>
        </p:txBody>
      </p:sp>
      <p:sp>
        <p:nvSpPr>
          <p:cNvPr id="4" name="Date Placeholder 3">
            <a:extLst>
              <a:ext uri="{FF2B5EF4-FFF2-40B4-BE49-F238E27FC236}">
                <a16:creationId xmlns:a16="http://schemas.microsoft.com/office/drawing/2014/main" id="{CBA8D94B-B18C-5D7A-9947-9C34B90A8E5D}"/>
              </a:ext>
            </a:extLst>
          </p:cNvPr>
          <p:cNvSpPr>
            <a:spLocks noGrp="1"/>
          </p:cNvSpPr>
          <p:nvPr>
            <p:ph type="dt" sz="half" idx="10"/>
          </p:nvPr>
        </p:nvSpPr>
        <p:spPr/>
        <p:txBody>
          <a:bodyPr/>
          <a:lstStyle/>
          <a:p>
            <a:fld id="{B8C8C5D8-E209-4096-846A-5F002CE9797F}" type="datetime1">
              <a:rPr lang="en-GB" smtClean="0"/>
              <a:t>13/07/2026</a:t>
            </a:fld>
            <a:endParaRPr lang="en-GB"/>
          </a:p>
        </p:txBody>
      </p:sp>
      <p:sp>
        <p:nvSpPr>
          <p:cNvPr id="5" name="Slide Number Placeholder 4">
            <a:extLst>
              <a:ext uri="{FF2B5EF4-FFF2-40B4-BE49-F238E27FC236}">
                <a16:creationId xmlns:a16="http://schemas.microsoft.com/office/drawing/2014/main" id="{D1BE3DA3-6BC1-91D2-FAC7-21584F8D6765}"/>
              </a:ext>
            </a:extLst>
          </p:cNvPr>
          <p:cNvSpPr>
            <a:spLocks noGrp="1"/>
          </p:cNvSpPr>
          <p:nvPr>
            <p:ph type="sldNum" sz="quarter" idx="12"/>
          </p:nvPr>
        </p:nvSpPr>
        <p:spPr/>
        <p:txBody>
          <a:bodyPr/>
          <a:lstStyle/>
          <a:p>
            <a:fld id="{D54A9EDB-8E49-45DA-B8F1-10D42A336BCA}" type="slidenum">
              <a:rPr lang="en-GB" smtClean="0"/>
              <a:t>44</a:t>
            </a:fld>
            <a:endParaRPr lang="en-GB"/>
          </a:p>
        </p:txBody>
      </p:sp>
    </p:spTree>
    <p:extLst>
      <p:ext uri="{BB962C8B-B14F-4D97-AF65-F5344CB8AC3E}">
        <p14:creationId xmlns:p14="http://schemas.microsoft.com/office/powerpoint/2010/main" val="3734306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9BCAEC-A660-83CC-D184-676E2A7BA948}"/>
              </a:ext>
            </a:extLst>
          </p:cNvPr>
          <p:cNvSpPr>
            <a:spLocks noGrp="1"/>
          </p:cNvSpPr>
          <p:nvPr>
            <p:ph type="title"/>
          </p:nvPr>
        </p:nvSpPr>
        <p:spPr/>
        <p:txBody>
          <a:bodyPr/>
          <a:lstStyle/>
          <a:p>
            <a:r>
              <a:rPr lang="en-GB"/>
              <a:t>Glossary</a:t>
            </a:r>
          </a:p>
        </p:txBody>
      </p:sp>
      <p:graphicFrame>
        <p:nvGraphicFramePr>
          <p:cNvPr id="8" name="Table 7">
            <a:extLst>
              <a:ext uri="{FF2B5EF4-FFF2-40B4-BE49-F238E27FC236}">
                <a16:creationId xmlns:a16="http://schemas.microsoft.com/office/drawing/2014/main" id="{F6361EE2-8ABC-B108-795F-2C77C69A5971}"/>
              </a:ext>
            </a:extLst>
          </p:cNvPr>
          <p:cNvGraphicFramePr>
            <a:graphicFrameLocks noGrp="1"/>
          </p:cNvGraphicFramePr>
          <p:nvPr>
            <p:extLst>
              <p:ext uri="{D42A27DB-BD31-4B8C-83A1-F6EECF244321}">
                <p14:modId xmlns:p14="http://schemas.microsoft.com/office/powerpoint/2010/main" val="1852426809"/>
              </p:ext>
            </p:extLst>
          </p:nvPr>
        </p:nvGraphicFramePr>
        <p:xfrm>
          <a:off x="1416000" y="855651"/>
          <a:ext cx="4680000" cy="5680473"/>
        </p:xfrm>
        <a:graphic>
          <a:graphicData uri="http://schemas.openxmlformats.org/drawingml/2006/table">
            <a:tbl>
              <a:tblPr firstRow="1">
                <a:tableStyleId>{5C22544A-7EE6-4342-B048-85BDC9FD1C3A}</a:tableStyleId>
              </a:tblPr>
              <a:tblGrid>
                <a:gridCol w="1023750">
                  <a:extLst>
                    <a:ext uri="{9D8B030D-6E8A-4147-A177-3AD203B41FA5}">
                      <a16:colId xmlns:a16="http://schemas.microsoft.com/office/drawing/2014/main" val="2002552181"/>
                    </a:ext>
                  </a:extLst>
                </a:gridCol>
                <a:gridCol w="3656250">
                  <a:extLst>
                    <a:ext uri="{9D8B030D-6E8A-4147-A177-3AD203B41FA5}">
                      <a16:colId xmlns:a16="http://schemas.microsoft.com/office/drawing/2014/main" val="2133829602"/>
                    </a:ext>
                  </a:extLst>
                </a:gridCol>
              </a:tblGrid>
              <a:tr h="270273">
                <a:tc>
                  <a:txBody>
                    <a:bodyPr/>
                    <a:lstStyle/>
                    <a:p>
                      <a:pPr algn="l" fontAlgn="b">
                        <a:buNone/>
                      </a:pPr>
                      <a:r>
                        <a:rPr lang="en-GB" sz="1000" u="none" strike="noStrike">
                          <a:effectLst/>
                          <a:latin typeface="Aptos" panose="020B0004020202020204" pitchFamily="34" charset="0"/>
                          <a:cs typeface="Arial" panose="020B0604020202020204" pitchFamily="34" charset="0"/>
                        </a:rPr>
                        <a:t>Acronym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tc>
                <a:tc>
                  <a:txBody>
                    <a:bodyPr/>
                    <a:lstStyle/>
                    <a:p>
                      <a:pPr algn="l" fontAlgn="b">
                        <a:buNone/>
                      </a:pPr>
                      <a:r>
                        <a:rPr lang="en-GB" sz="1000" u="none" strike="noStrike">
                          <a:effectLst/>
                          <a:latin typeface="Aptos" panose="020B0004020202020204" pitchFamily="34" charset="0"/>
                          <a:cs typeface="Arial" panose="020B0604020202020204" pitchFamily="34" charset="0"/>
                        </a:rPr>
                        <a:t>Definition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tc>
                <a:extLst>
                  <a:ext uri="{0D108BD9-81ED-4DB2-BD59-A6C34878D82A}">
                    <a16:rowId xmlns:a16="http://schemas.microsoft.com/office/drawing/2014/main" val="3343640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ALB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Arm's Length Body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600498171"/>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AWS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Amazon Web Services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22190882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AZURE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Microsoft Cloud Platform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10756668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BAU</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Business as Usual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00640956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BDAT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Business, Data, Application &amp; Technology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31086130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BLOB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Binary Large Object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75950897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CCoE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Cloud Centre of Excellence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113268786"/>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CMDB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Configuration Management Database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03213725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CTWG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Cloud Technology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95689413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Data Lake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A system or repository of data stored in its natural/raw format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80094897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DC</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Data Centre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23245353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DDTS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Digital, Data &amp; Technology Services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2482003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DEFRA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Department for Environment, Food &amp; Rural Affairs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255680539"/>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DevOps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Development (Dev) &amp; Operations (Ops)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049340887"/>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Data Protection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44163079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EA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Environment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63321811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GAWG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Geospatial Architecture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8937978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Gigabyte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60103769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GDPR</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General Data Protection Regulation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82665096"/>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GIAA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Government Internal Audit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12820182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GIO</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Group Infrastructure and Operations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30770819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H&amp;AS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Hosting and Application Services (project) - ATOS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109592958"/>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HLD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High-Level Design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738566589"/>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HTTPS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HyperText Transfer Protocol Secure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428753871"/>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IaaS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Infrastructure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908714588"/>
                  </a:ext>
                </a:extLst>
              </a:tr>
            </a:tbl>
          </a:graphicData>
        </a:graphic>
      </p:graphicFrame>
      <p:graphicFrame>
        <p:nvGraphicFramePr>
          <p:cNvPr id="9" name="Table 8">
            <a:extLst>
              <a:ext uri="{FF2B5EF4-FFF2-40B4-BE49-F238E27FC236}">
                <a16:creationId xmlns:a16="http://schemas.microsoft.com/office/drawing/2014/main" id="{00127AD9-A989-E2D4-D38C-C4F359C1B7E3}"/>
              </a:ext>
            </a:extLst>
          </p:cNvPr>
          <p:cNvGraphicFramePr>
            <a:graphicFrameLocks noGrp="1"/>
          </p:cNvGraphicFramePr>
          <p:nvPr>
            <p:extLst>
              <p:ext uri="{D42A27DB-BD31-4B8C-83A1-F6EECF244321}">
                <p14:modId xmlns:p14="http://schemas.microsoft.com/office/powerpoint/2010/main" val="3662118625"/>
              </p:ext>
            </p:extLst>
          </p:nvPr>
        </p:nvGraphicFramePr>
        <p:xfrm>
          <a:off x="6273683" y="868352"/>
          <a:ext cx="4680000" cy="5665922"/>
        </p:xfrm>
        <a:graphic>
          <a:graphicData uri="http://schemas.openxmlformats.org/drawingml/2006/table">
            <a:tbl>
              <a:tblPr firstRow="1">
                <a:tableStyleId>{5C22544A-7EE6-4342-B048-85BDC9FD1C3A}</a:tableStyleId>
              </a:tblPr>
              <a:tblGrid>
                <a:gridCol w="1023750">
                  <a:extLst>
                    <a:ext uri="{9D8B030D-6E8A-4147-A177-3AD203B41FA5}">
                      <a16:colId xmlns:a16="http://schemas.microsoft.com/office/drawing/2014/main" val="1047019515"/>
                    </a:ext>
                  </a:extLst>
                </a:gridCol>
                <a:gridCol w="3656250">
                  <a:extLst>
                    <a:ext uri="{9D8B030D-6E8A-4147-A177-3AD203B41FA5}">
                      <a16:colId xmlns:a16="http://schemas.microsoft.com/office/drawing/2014/main" val="3444933154"/>
                    </a:ext>
                  </a:extLst>
                </a:gridCol>
              </a:tblGrid>
              <a:tr h="255722">
                <a:tc>
                  <a:txBody>
                    <a:bodyPr/>
                    <a:lstStyle/>
                    <a:p>
                      <a:pPr algn="l" fontAlgn="b">
                        <a:buNone/>
                      </a:pPr>
                      <a:r>
                        <a:rPr lang="en-GB" sz="1000" u="none" strike="noStrike" dirty="0">
                          <a:effectLst/>
                          <a:latin typeface="Aptos" panose="020B0004020202020204" pitchFamily="34" charset="0"/>
                          <a:cs typeface="Arial" panose="020B0604020202020204" pitchFamily="34" charset="0"/>
                        </a:rPr>
                        <a:t>LAP</a:t>
                      </a:r>
                      <a:endParaRPr lang="en-GB" sz="1000" b="0" i="0" u="none" strike="noStrike" dirty="0">
                        <a:solidFill>
                          <a:srgbClr val="000000"/>
                        </a:solidFill>
                        <a:effectLst/>
                        <a:latin typeface="Aptos" panose="020B0004020202020204" pitchFamily="34" charset="0"/>
                        <a:cs typeface="Arial" panose="020B0604020202020204" pitchFamily="34" charset="0"/>
                      </a:endParaRPr>
                    </a:p>
                  </a:txBody>
                  <a:tcPr marL="45720" marR="5236" marB="18288"/>
                </a:tc>
                <a:tc>
                  <a:txBody>
                    <a:bodyPr/>
                    <a:lstStyle/>
                    <a:p>
                      <a:pPr algn="l" fontAlgn="b">
                        <a:buNone/>
                      </a:pPr>
                      <a:r>
                        <a:rPr lang="en-GB" sz="1000" u="none" strike="noStrike">
                          <a:effectLst/>
                          <a:latin typeface="Aptos" panose="020B0004020202020204" pitchFamily="34" charset="0"/>
                          <a:cs typeface="Arial" panose="020B0604020202020204" pitchFamily="34" charset="0"/>
                        </a:rPr>
                        <a:t>Legacy Application Program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tc>
                <a:extLst>
                  <a:ext uri="{0D108BD9-81ED-4DB2-BD59-A6C34878D82A}">
                    <a16:rowId xmlns:a16="http://schemas.microsoft.com/office/drawing/2014/main" val="288499010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LITP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Livestock Information Transformation Programme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26817257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LLD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Low Level Design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205033693"/>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M365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Microsoft 365</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28283289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Megabyte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03300142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MVP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Minimum Viable Product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402883496"/>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NE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Natural England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37438796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OOS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Out of Scope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1402891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PaaS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Platform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1904613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PII</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Personally Identifiable Information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921648272"/>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RACI</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Responsible, Accountable, Consulted, Informed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37815979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RBAC</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Role-based Access Control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32090899"/>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ROM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Rough Order of Magnitude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41169385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RPA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Rural Payments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743645239"/>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Software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01942753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SACM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Service Asset &amp; Configuration Management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51241545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SFTP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Secure File Transfer Protocol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49638237"/>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SIT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dirty="0">
                          <a:effectLst/>
                          <a:latin typeface="Aptos" panose="020B0004020202020204" pitchFamily="34" charset="0"/>
                          <a:cs typeface="Arial" panose="020B0604020202020204" pitchFamily="34" charset="0"/>
                        </a:rPr>
                        <a:t>System Integration Testing</a:t>
                      </a:r>
                      <a:endParaRPr lang="en-GB" sz="1000" b="0" i="0" u="none" strike="noStrike" dirty="0">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732697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SME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Subject Matter Expert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4058552946"/>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SSO</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Single Sign 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14205621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TB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Terrabyte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84489412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TDA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Technical Design Authority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3241771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TGB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Technology Governance Board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890360027"/>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TIWG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Technical Integration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36935881"/>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UAT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User Acceptance Testing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258645651"/>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UMAL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Unified Master Application List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572507845"/>
                  </a:ext>
                </a:extLst>
              </a:tr>
            </a:tbl>
          </a:graphicData>
        </a:graphic>
      </p:graphicFrame>
    </p:spTree>
    <p:extLst>
      <p:ext uri="{BB962C8B-B14F-4D97-AF65-F5344CB8AC3E}">
        <p14:creationId xmlns:p14="http://schemas.microsoft.com/office/powerpoint/2010/main" val="1747896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46722-FBCC-5434-3F2D-30F39AF85C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A4018-97AA-2103-6823-DEF00BF5D385}"/>
              </a:ext>
            </a:extLst>
          </p:cNvPr>
          <p:cNvSpPr>
            <a:spLocks noGrp="1"/>
          </p:cNvSpPr>
          <p:nvPr>
            <p:ph type="ctrTitle"/>
          </p:nvPr>
        </p:nvSpPr>
        <p:spPr/>
        <p:txBody>
          <a:bodyPr/>
          <a:lstStyle/>
          <a:p>
            <a:r>
              <a:rPr lang="en-GB"/>
              <a:t>End</a:t>
            </a:r>
          </a:p>
        </p:txBody>
      </p:sp>
    </p:spTree>
    <p:extLst>
      <p:ext uri="{BB962C8B-B14F-4D97-AF65-F5344CB8AC3E}">
        <p14:creationId xmlns:p14="http://schemas.microsoft.com/office/powerpoint/2010/main" val="3948095060"/>
      </p:ext>
    </p:extLst>
  </p:cSld>
  <p:clrMapOvr>
    <a:masterClrMapping/>
  </p:clrMapOvr>
</p:sld>
</file>

<file path=ppt/theme/theme1.xml><?xml version="1.0" encoding="utf-8"?>
<a:theme xmlns:a="http://schemas.openxmlformats.org/drawingml/2006/main" name="GCS DDTS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fra Group DDTS  -  Read-Only" id="{B5670370-81C0-406D-8C82-251DECB94969}" vid="{304BF8B8-D028-4EFF-824E-B01E17F520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efra document" ma:contentTypeID="0x010100A5BF1C78D9F64B679A5EBDE1C6598EBC0100B2DEBCE851E2A742B4857A759F9E21FA" ma:contentTypeVersion="31" ma:contentTypeDescription="Create a new document." ma:contentTypeScope="" ma:versionID="8854fab97513f44160fa7600dda3a417">
  <xsd:schema xmlns:xsd="http://www.w3.org/2001/XMLSchema" xmlns:xs="http://www.w3.org/2001/XMLSchema" xmlns:p="http://schemas.microsoft.com/office/2006/metadata/properties" xmlns:ns1="http://schemas.microsoft.com/sharepoint/v3" xmlns:ns2="662745e8-e224-48e8-a2e3-254862b8c2f5" xmlns:ns3="7668774f-0669-4805-ae6f-3416da2de9a0" xmlns:ns4="34ac46f7-ec1a-4942-8fc5-3b16a5e78af3" targetNamespace="http://schemas.microsoft.com/office/2006/metadata/properties" ma:root="true" ma:fieldsID="9fc368e76b13c0652868c998d8a7dc4e" ns1:_="" ns2:_="" ns3:_="" ns4:_="">
    <xsd:import namespace="http://schemas.microsoft.com/sharepoint/v3"/>
    <xsd:import namespace="662745e8-e224-48e8-a2e3-254862b8c2f5"/>
    <xsd:import namespace="7668774f-0669-4805-ae6f-3416da2de9a0"/>
    <xsd:import namespace="34ac46f7-ec1a-4942-8fc5-3b16a5e78af3"/>
    <xsd:element name="properties">
      <xsd:complexType>
        <xsd:sequence>
          <xsd:element name="documentManagement">
            <xsd:complexType>
              <xsd:all>
                <xsd:element ref="ns2:lae2bfa7b6474897ab4a53f76ea236c7" minOccurs="0"/>
                <xsd:element ref="ns2:TaxCatchAll" minOccurs="0"/>
                <xsd:element ref="ns2:TaxCatchAllLabel" minOccurs="0"/>
                <xsd:element ref="ns2:cf401361b24e474cb011be6eb76c0e76" minOccurs="0"/>
                <xsd:element ref="ns2:n7493b4506bf40e28c373b1e51a33445" minOccurs="0"/>
                <xsd:element ref="ns2:HOMigrated" minOccurs="0"/>
                <xsd:element ref="ns2:k85d23755b3a46b5a51451cf336b2e9b" minOccurs="0"/>
                <xsd:element ref="ns2:Team" minOccurs="0"/>
                <xsd:element ref="ns2:Topic" minOccurs="0"/>
                <xsd:element ref="ns2:ddeb1fd0a9ad4436a96525d34737dc44" minOccurs="0"/>
                <xsd:element ref="ns2:fe59e9859d6a491389c5b03567f5dda5" minOccurs="0"/>
                <xsd:element ref="ns3:MediaServiceGenerationTime" minOccurs="0"/>
                <xsd:element ref="ns3:MediaServiceEventHashCode" minOccurs="0"/>
                <xsd:element ref="ns3:_Flow_SignoffStatus" minOccurs="0"/>
                <xsd:element ref="ns3:MediaServiceSearchProperties" minOccurs="0"/>
                <xsd:element ref="ns3:MediaServiceMetadata" minOccurs="0"/>
                <xsd:element ref="ns3:MediaServiceFastMetadata" minOccurs="0"/>
                <xsd:element ref="ns4:SharedWithUsers" minOccurs="0"/>
                <xsd:element ref="ns4:SharedWithDetails" minOccurs="0"/>
                <xsd:element ref="ns1:_ip_UnifiedCompliancePolicyProperties" minOccurs="0"/>
                <xsd:element ref="ns1:_ip_UnifiedCompliancePolicyUIAction" minOccurs="0"/>
                <xsd:element ref="ns3:MediaServiceDateTaken" minOccurs="0"/>
                <xsd:element ref="ns3:MediaServiceObjectDetectorVersions" minOccurs="0"/>
                <xsd:element ref="ns3:MediaLengthInSeconds" minOccurs="0"/>
                <xsd:element ref="ns3:lcf76f155ced4ddcb4097134ff3c332f"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3" nillable="true" ma:displayName="Unified Compliance Policy Properties" ma:hidden="true" ma:internalName="_ip_UnifiedCompliancePolicyProperties">
      <xsd:simpleType>
        <xsd:restriction base="dms:Note"/>
      </xsd:simpleType>
    </xsd:element>
    <xsd:element name="_ip_UnifiedCompliancePolicyUIAction" ma:index="3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2745e8-e224-48e8-a2e3-254862b8c2f5" elementFormDefault="qualified">
    <xsd:import namespace="http://schemas.microsoft.com/office/2006/documentManagement/types"/>
    <xsd:import namespace="http://schemas.microsoft.com/office/infopath/2007/PartnerControls"/>
    <xsd:element name="lae2bfa7b6474897ab4a53f76ea236c7" ma:index="8" ma:taxonomy="true" ma:internalName="lae2bfa7b6474897ab4a53f76ea236c7" ma:taxonomyFieldName="HOGovernmentSecurityClassification" ma:displayName="Government Security Classification" ma:readOnly="false" ma:default="6;#Official|14c80daa-741b-422c-9722-f71693c9ede4" ma:fieldId="{5ae2bfa7-b647-4897-ab4a-53f76ea236c7}" ma:sspId="d1117845-93f6-4da3-abaa-fcb4fa669c78" ma:termSetId="56209604-fc17-4ace-9b7b-f45f0f17d50b"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0b68804c-644c-4b2e-b54e-453b6ddf4f23}" ma:internalName="TaxCatchAll" ma:showField="CatchAllData" ma:web="34ac46f7-ec1a-4942-8fc5-3b16a5e78af3">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0b68804c-644c-4b2e-b54e-453b6ddf4f23}" ma:internalName="TaxCatchAllLabel" ma:readOnly="true" ma:showField="CatchAllDataLabel" ma:web="34ac46f7-ec1a-4942-8fc5-3b16a5e78af3">
      <xsd:complexType>
        <xsd:complexContent>
          <xsd:extension base="dms:MultiChoiceLookup">
            <xsd:sequence>
              <xsd:element name="Value" type="dms:Lookup" maxOccurs="unbounded" minOccurs="0" nillable="true"/>
            </xsd:sequence>
          </xsd:extension>
        </xsd:complexContent>
      </xsd:complexType>
    </xsd:element>
    <xsd:element name="cf401361b24e474cb011be6eb76c0e76" ma:index="12" ma:taxonomy="true" ma:internalName="cf401361b24e474cb011be6eb76c0e76" ma:taxonomyFieldName="HOCopyrightLevel" ma:displayName="Copyright level" ma:readOnly="false" ma:default="7;#Crown|69589897-2828-4761-976e-717fd8e631c9" ma:fieldId="{cf401361-b24e-474c-b011-be6eb76c0e76}" ma:sspId="d1117845-93f6-4da3-abaa-fcb4fa669c78" ma:termSetId="bdd694c6-7266-48f2-93d6-d15992cd203e" ma:anchorId="00000000-0000-0000-0000-000000000000" ma:open="false" ma:isKeyword="false">
      <xsd:complexType>
        <xsd:sequence>
          <xsd:element ref="pc:Terms" minOccurs="0" maxOccurs="1"/>
        </xsd:sequence>
      </xsd:complexType>
    </xsd:element>
    <xsd:element name="n7493b4506bf40e28c373b1e51a33445" ma:index="14" nillable="true" ma:taxonomy="true" ma:internalName="n7493b4506bf40e28c373b1e51a33445" ma:taxonomyFieldName="HOSiteType" ma:displayName="Site type" ma:default="10;#Team|ff0485df-0575-416f-802f-e999165821b7" ma:fieldId="{77493b45-06bf-40e2-8c37-3b1e51a33445}" ma:sspId="d1117845-93f6-4da3-abaa-fcb4fa669c78" ma:termSetId="4518b03a-1a05-49af-8bf2-e5548589f21b" ma:anchorId="00000000-0000-0000-0000-000000000000" ma:open="false" ma:isKeyword="false">
      <xsd:complexType>
        <xsd:sequence>
          <xsd:element ref="pc:Terms" minOccurs="0" maxOccurs="1"/>
        </xsd:sequence>
      </xsd:complexType>
    </xsd:element>
    <xsd:element name="HOMigrated" ma:index="16" nillable="true" ma:displayName="Migrated" ma:default="0" ma:internalName="HOMigrated">
      <xsd:simpleType>
        <xsd:restriction base="dms:Boolean"/>
      </xsd:simpleType>
    </xsd:element>
    <xsd:element name="k85d23755b3a46b5a51451cf336b2e9b" ma:index="17" nillable="true" ma:taxonomy="true" ma:internalName="k85d23755b3a46b5a51451cf336b2e9b" ma:taxonomyFieldName="InformationType" ma:displayName="Information Type" ma:fieldId="{485d2375-5b3a-46b5-a514-51cf336b2e9b}" ma:sspId="d1117845-93f6-4da3-abaa-fcb4fa669c78" ma:termSetId="75cb3767-2327-4339-b999-281b3f58ac0a" ma:anchorId="00000000-0000-0000-0000-000000000000" ma:open="false" ma:isKeyword="false">
      <xsd:complexType>
        <xsd:sequence>
          <xsd:element ref="pc:Terms" minOccurs="0" maxOccurs="1"/>
        </xsd:sequence>
      </xsd:complexType>
    </xsd:element>
    <xsd:element name="Team" ma:index="19" nillable="true" ma:displayName="Team" ma:default="Legacy Application Programme" ma:indexed="true" ma:internalName="Team">
      <xsd:simpleType>
        <xsd:restriction base="dms:Text"/>
      </xsd:simpleType>
    </xsd:element>
    <xsd:element name="Topic" ma:index="20" nillable="true" ma:displayName="Topic" ma:default="Colab_P2" ma:internalName="Topic" ma:readOnly="false">
      <xsd:simpleType>
        <xsd:restriction base="dms:Text"/>
      </xsd:simpleType>
    </xsd:element>
    <xsd:element name="ddeb1fd0a9ad4436a96525d34737dc44" ma:index="21" nillable="true" ma:taxonomy="true" ma:internalName="ddeb1fd0a9ad4436a96525d34737dc44" ma:taxonomyFieldName="Distribution" ma:displayName="Distribution" ma:readOnly="false" ma:default="9;#External|1104eb68-55d8-494f-b6ba-c5473579de73" ma:fieldId="{ddeb1fd0-a9ad-4436-a965-25d34737dc44}" ma:sspId="d1117845-93f6-4da3-abaa-fcb4fa669c78" ma:termSetId="9c8b5dbf-8bad-46e4-8055-6e01c16178d6" ma:anchorId="00000000-0000-0000-0000-000000000000" ma:open="false" ma:isKeyword="false">
      <xsd:complexType>
        <xsd:sequence>
          <xsd:element ref="pc:Terms" minOccurs="0" maxOccurs="1"/>
        </xsd:sequence>
      </xsd:complexType>
    </xsd:element>
    <xsd:element name="fe59e9859d6a491389c5b03567f5dda5" ma:index="23" nillable="true" ma:taxonomy="true" ma:internalName="fe59e9859d6a491389c5b03567f5dda5" ma:taxonomyFieldName="OrganisationalUnit" ma:displayName="Organisational Unit" ma:readOnly="false" ma:default="8;#Core Defra|026223dd-2e56-4615-868d-7c5bfd566810" ma:fieldId="{fe59e985-9d6a-4913-89c5-b03567f5dda5}" ma:sspId="d1117845-93f6-4da3-abaa-fcb4fa669c78" ma:termSetId="55eb802e-fbca-455b-a7d2-d5919d4ea3d2"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668774f-0669-4805-ae6f-3416da2de9a0" elementFormDefault="qualified">
    <xsd:import namespace="http://schemas.microsoft.com/office/2006/documentManagement/types"/>
    <xsd:import namespace="http://schemas.microsoft.com/office/infopath/2007/PartnerControls"/>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_Flow_SignoffStatus" ma:index="27" nillable="true" ma:displayName="Sign-off status" ma:internalName="Sign_x002d_off_x0020_status">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DateTaken" ma:index="35" nillable="true" ma:displayName="MediaServiceDateTaken" ma:hidden="true" ma:indexed="true" ma:internalName="MediaServiceDateTake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LengthInSeconds" ma:index="37" nillable="true" ma:displayName="MediaLengthInSeconds" ma:hidden="true" ma:internalName="MediaLengthInSeconds" ma:readOnly="true">
      <xsd:simpleType>
        <xsd:restriction base="dms:Unknown"/>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d1117845-93f6-4da3-abaa-fcb4fa669c78" ma:termSetId="09814cd3-568e-fe90-9814-8d621ff8fb84" ma:anchorId="fba54fb3-c3e1-fe81-a776-ca4b69148c4d" ma:open="true" ma:isKeyword="false">
      <xsd:complexType>
        <xsd:sequence>
          <xsd:element ref="pc:Terms" minOccurs="0" maxOccurs="1"/>
        </xsd:sequence>
      </xsd:complexType>
    </xsd:element>
    <xsd:element name="MediaServiceOCR" ma:index="4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ac46f7-ec1a-4942-8fc5-3b16a5e78af3" elementFormDefault="qualified">
    <xsd:import namespace="http://schemas.microsoft.com/office/2006/documentManagement/types"/>
    <xsd:import namespace="http://schemas.microsoft.com/office/infopath/2007/PartnerControls"/>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62745e8-e224-48e8-a2e3-254862b8c2f5">
      <Value>6</Value>
      <Value>17</Value>
      <Value>10</Value>
      <Value>9</Value>
      <Value>7</Value>
    </TaxCatchAll>
    <lcf76f155ced4ddcb4097134ff3c332f xmlns="7668774f-0669-4805-ae6f-3416da2de9a0">
      <Terms xmlns="http://schemas.microsoft.com/office/infopath/2007/PartnerControls"/>
    </lcf76f155ced4ddcb4097134ff3c332f>
    <cf401361b24e474cb011be6eb76c0e76 xmlns="662745e8-e224-48e8-a2e3-254862b8c2f5">
      <Terms xmlns="http://schemas.microsoft.com/office/infopath/2007/PartnerControls">
        <TermInfo xmlns="http://schemas.microsoft.com/office/infopath/2007/PartnerControls">
          <TermName xmlns="http://schemas.microsoft.com/office/infopath/2007/PartnerControls">Crown</TermName>
          <TermId xmlns="http://schemas.microsoft.com/office/infopath/2007/PartnerControls">69589897-2828-4761-976e-717fd8e631c9</TermId>
        </TermInfo>
      </Terms>
    </cf401361b24e474cb011be6eb76c0e76>
    <_ip_UnifiedCompliancePolicyUIAction xmlns="http://schemas.microsoft.com/sharepoint/v3" xsi:nil="true"/>
    <k85d23755b3a46b5a51451cf336b2e9b xmlns="662745e8-e224-48e8-a2e3-254862b8c2f5">
      <Terms xmlns="http://schemas.microsoft.com/office/infopath/2007/PartnerControls"/>
    </k85d23755b3a46b5a51451cf336b2e9b>
    <Topic xmlns="662745e8-e224-48e8-a2e3-254862b8c2f5">Colab_P2</Topic>
    <HOMigrated xmlns="662745e8-e224-48e8-a2e3-254862b8c2f5">false</HOMigrated>
    <ddeb1fd0a9ad4436a96525d34737dc44 xmlns="662745e8-e224-48e8-a2e3-254862b8c2f5">
      <Terms xmlns="http://schemas.microsoft.com/office/infopath/2007/PartnerControls">
        <TermInfo xmlns="http://schemas.microsoft.com/office/infopath/2007/PartnerControls">
          <TermName xmlns="http://schemas.microsoft.com/office/infopath/2007/PartnerControls">External</TermName>
          <TermId xmlns="http://schemas.microsoft.com/office/infopath/2007/PartnerControls">1104eb68-55d8-494f-b6ba-c5473579de73</TermId>
        </TermInfo>
      </Terms>
    </ddeb1fd0a9ad4436a96525d34737dc44>
    <_ip_UnifiedCompliancePolicyProperties xmlns="http://schemas.microsoft.com/sharepoint/v3" xsi:nil="true"/>
    <lae2bfa7b6474897ab4a53f76ea236c7 xmlns="662745e8-e224-48e8-a2e3-254862b8c2f5">
      <Terms xmlns="http://schemas.microsoft.com/office/infopath/2007/PartnerControls">
        <TermInfo xmlns="http://schemas.microsoft.com/office/infopath/2007/PartnerControls">
          <TermName xmlns="http://schemas.microsoft.com/office/infopath/2007/PartnerControls">Official</TermName>
          <TermId xmlns="http://schemas.microsoft.com/office/infopath/2007/PartnerControls">14c80daa-741b-422c-9722-f71693c9ede4</TermId>
        </TermInfo>
      </Terms>
    </lae2bfa7b6474897ab4a53f76ea236c7>
    <_Flow_SignoffStatus xmlns="7668774f-0669-4805-ae6f-3416da2de9a0" xsi:nil="true"/>
    <fe59e9859d6a491389c5b03567f5dda5 xmlns="662745e8-e224-48e8-a2e3-254862b8c2f5">
      <Terms xmlns="http://schemas.microsoft.com/office/infopath/2007/PartnerControls">
        <TermInfo xmlns="http://schemas.microsoft.com/office/infopath/2007/PartnerControls">
          <TermName xmlns="http://schemas.microsoft.com/office/infopath/2007/PartnerControls">DDTS</TermName>
          <TermId xmlns="http://schemas.microsoft.com/office/infopath/2007/PartnerControls">4b496496-8422-4e09-ae59-802e7f67f771</TermId>
        </TermInfo>
      </Terms>
    </fe59e9859d6a491389c5b03567f5dda5>
    <Team xmlns="662745e8-e224-48e8-a2e3-254862b8c2f5">Legacy Application Programme</Team>
    <n7493b4506bf40e28c373b1e51a33445 xmlns="662745e8-e224-48e8-a2e3-254862b8c2f5">
      <Terms xmlns="http://schemas.microsoft.com/office/infopath/2007/PartnerControls">
        <TermInfo xmlns="http://schemas.microsoft.com/office/infopath/2007/PartnerControls">
          <TermName xmlns="http://schemas.microsoft.com/office/infopath/2007/PartnerControls">Team</TermName>
          <TermId xmlns="http://schemas.microsoft.com/office/infopath/2007/PartnerControls">ff0485df-0575-416f-802f-e999165821b7</TermId>
        </TermInfo>
      </Terms>
    </n7493b4506bf40e28c373b1e51a33445>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d1117845-93f6-4da3-abaa-fcb4fa669c78" ContentTypeId="0x010100A5BF1C78D9F64B679A5EBDE1C6598EBC01" PreviousValue="false"/>
</file>

<file path=customXml/itemProps1.xml><?xml version="1.0" encoding="utf-8"?>
<ds:datastoreItem xmlns:ds="http://schemas.openxmlformats.org/officeDocument/2006/customXml" ds:itemID="{693DE84F-893A-45C1-A5FB-90A090074417}">
  <ds:schemaRefs>
    <ds:schemaRef ds:uri="34ac46f7-ec1a-4942-8fc5-3b16a5e78af3"/>
    <ds:schemaRef ds:uri="662745e8-e224-48e8-a2e3-254862b8c2f5"/>
    <ds:schemaRef ds:uri="7668774f-0669-4805-ae6f-3416da2de9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1F26775-0151-445F-AB2F-9535AFEC71DE}">
  <ds:schemaRefs>
    <ds:schemaRef ds:uri="34ac46f7-ec1a-4942-8fc5-3b16a5e78af3"/>
    <ds:schemaRef ds:uri="662745e8-e224-48e8-a2e3-254862b8c2f5"/>
    <ds:schemaRef ds:uri="7668774f-0669-4805-ae6f-3416da2de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F51FBB7-044D-4832-9D92-070A7BC75810}">
  <ds:schemaRefs>
    <ds:schemaRef ds:uri="http://schemas.microsoft.com/sharepoint/v3/contenttype/forms"/>
  </ds:schemaRefs>
</ds:datastoreItem>
</file>

<file path=customXml/itemProps4.xml><?xml version="1.0" encoding="utf-8"?>
<ds:datastoreItem xmlns:ds="http://schemas.openxmlformats.org/officeDocument/2006/customXml" ds:itemID="{503DB1EE-4281-4CA2-838D-ADB3864930A2}">
  <ds:schemaRefs>
    <ds:schemaRef ds:uri="Microsoft.SharePoint.Taxonomy.ContentTypeSync"/>
  </ds:schemaRefs>
</ds:datastoreItem>
</file>

<file path=docMetadata/LabelInfo.xml><?xml version="1.0" encoding="utf-8"?>
<clbl:labelList xmlns:clbl="http://schemas.microsoft.com/office/2020/mipLabelMetadata">
  <clbl:label id="{619ffa58-9d1c-42f8-b0e6-79cea428c945}" enabled="1" method="Privileged" siteId="{8b87af7d-8647-4dc7-8df4-5f69a2011bb5}" removed="0"/>
  <clbl:label id="{c7c25f93-93f9-45f1-b4d5-53e51b1fb4f3}" enabled="1" method="Privileged" siteId="{770a2450-0227-4c62-90c7-4e38537f1102}" removed="0"/>
</clbl:labelList>
</file>

<file path=docProps/app.xml><?xml version="1.0" encoding="utf-8"?>
<Properties xmlns="http://schemas.openxmlformats.org/officeDocument/2006/extended-properties" xmlns:vt="http://schemas.openxmlformats.org/officeDocument/2006/docPropsVTypes">
  <Template/>
  <TotalTime>63</TotalTime>
  <Words>5803</Words>
  <Application>Microsoft Office PowerPoint</Application>
  <PresentationFormat>Widescreen</PresentationFormat>
  <Paragraphs>996</Paragraphs>
  <Slides>46</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Aptos</vt:lpstr>
      <vt:lpstr>Arial</vt:lpstr>
      <vt:lpstr>Arial,Sans-Serif</vt:lpstr>
      <vt:lpstr>Calibri</vt:lpstr>
      <vt:lpstr>Segoe UI</vt:lpstr>
      <vt:lpstr>Tahoma</vt:lpstr>
      <vt:lpstr>Wingdings</vt:lpstr>
      <vt:lpstr>Wingdings,Sans-Serif</vt:lpstr>
      <vt:lpstr>GCS DDTS Template</vt:lpstr>
      <vt:lpstr>LAP Portfolio – BSE High Level System Architecture Overview for SDA</vt:lpstr>
      <vt:lpstr>Version History, Including Sign-Offs</vt:lpstr>
      <vt:lpstr>    Introduction</vt:lpstr>
      <vt:lpstr>Introduction</vt:lpstr>
      <vt:lpstr>Introduction</vt:lpstr>
      <vt:lpstr>Alignment to Architectural As-Is</vt:lpstr>
      <vt:lpstr>    Architectural As-Is</vt:lpstr>
      <vt:lpstr>Architectural Current State</vt:lpstr>
      <vt:lpstr>Architecture Current State</vt:lpstr>
      <vt:lpstr>Architectural Current State</vt:lpstr>
      <vt:lpstr>Architectural Current State</vt:lpstr>
      <vt:lpstr>Architectural Current State</vt:lpstr>
      <vt:lpstr>    Data Journey As-Is</vt:lpstr>
      <vt:lpstr>Data Journey As-Is</vt:lpstr>
      <vt:lpstr>    Architectural To-Be</vt:lpstr>
      <vt:lpstr>PowerPoint Presentation</vt:lpstr>
      <vt:lpstr>Architecture Future State</vt:lpstr>
      <vt:lpstr>Architecture Future State</vt:lpstr>
      <vt:lpstr>PowerPoint Presentation</vt:lpstr>
      <vt:lpstr>Direct SQL Access Via AVD: DEFRA Secured-by-design principles</vt:lpstr>
      <vt:lpstr>PowerPoint Presentation</vt:lpstr>
      <vt:lpstr>Technology Mapping : AS-IS vs TO-BE</vt:lpstr>
      <vt:lpstr>Architecture Future State</vt:lpstr>
      <vt:lpstr>Alignment to LAP Success Criteria</vt:lpstr>
      <vt:lpstr>    Business Architecture  To-Be</vt:lpstr>
      <vt:lpstr>Logical Business Architecture</vt:lpstr>
      <vt:lpstr>    Principles Alignment</vt:lpstr>
      <vt:lpstr>Enterprise Architecture Principles Alignment</vt:lpstr>
      <vt:lpstr>Enterprise Architecture Principles Alignment</vt:lpstr>
      <vt:lpstr>Enterprise Architecture Principles Alignment</vt:lpstr>
      <vt:lpstr>Appendices</vt:lpstr>
      <vt:lpstr>    A1 - RAID Catalogue</vt:lpstr>
      <vt:lpstr>Risks</vt:lpstr>
      <vt:lpstr>Assumptions</vt:lpstr>
      <vt:lpstr>Issues</vt:lpstr>
      <vt:lpstr>    A2 – Non-Functional                  Requirements</vt:lpstr>
      <vt:lpstr>PowerPoint Presentation</vt:lpstr>
      <vt:lpstr>    A3 - Costing</vt:lpstr>
      <vt:lpstr>PowerPoint Presentation</vt:lpstr>
      <vt:lpstr>    A4 – Security Policy &amp; Firewalls</vt:lpstr>
      <vt:lpstr>Architecture Future State</vt:lpstr>
      <vt:lpstr>    A5 – Service Design, GDS &amp; Compliance Summary </vt:lpstr>
      <vt:lpstr>PowerPoint Presentation</vt:lpstr>
      <vt:lpstr>    A6 – Glossary</vt:lpstr>
      <vt:lpstr>Glossary</vt:lpstr>
      <vt:lpstr>End</vt:lpstr>
    </vt:vector>
  </TitlesOfParts>
  <Manager>DEFRA</Manager>
  <Company>Defra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DEFRA PowerPoint Template</dc:subject>
  <dc:creator>Williamson, Charlotte</dc:creator>
  <cp:keywords/>
  <dc:description/>
  <cp:lastModifiedBy>Sabari Katari</cp:lastModifiedBy>
  <cp:revision>11</cp:revision>
  <cp:lastPrinted>2018-01-04T14:19:44Z</cp:lastPrinted>
  <dcterms:created xsi:type="dcterms:W3CDTF">2025-02-10T10:47:52Z</dcterms:created>
  <dcterms:modified xsi:type="dcterms:W3CDTF">2026-07-13T16:46:59Z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0x010100A5BF1C78D9F64B679A5EBDE1C6598EBC0100B2DEBCE851E2A742B4857A759F9E21FA</vt:lpwstr>
  </property>
  <property fmtid="{D5CDD505-2E9C-101B-9397-08002B2CF9AE}" pid="3" name="Order">
    <vt:r8>1643700</vt:r8>
  </property>
  <property fmtid="{D5CDD505-2E9C-101B-9397-08002B2CF9AE}" pid="4" name="MSIP_Label_c7c25f93-93f9-45f1-b4d5-53e51b1fb4f3_Enabled">
    <vt:lpwstr>true</vt:lpwstr>
  </property>
  <property fmtid="{D5CDD505-2E9C-101B-9397-08002B2CF9AE}" pid="5" name="MSIP_Label_c7c25f93-93f9-45f1-b4d5-53e51b1fb4f3_SetDate">
    <vt:lpwstr>2022-09-08T15:02:37Z</vt:lpwstr>
  </property>
  <property fmtid="{D5CDD505-2E9C-101B-9397-08002B2CF9AE}" pid="6" name="MSIP_Label_c7c25f93-93f9-45f1-b4d5-53e51b1fb4f3_Method">
    <vt:lpwstr>Privileged</vt:lpwstr>
  </property>
  <property fmtid="{D5CDD505-2E9C-101B-9397-08002B2CF9AE}" pid="7" name="MSIP_Label_c7c25f93-93f9-45f1-b4d5-53e51b1fb4f3_Name">
    <vt:lpwstr>- OFFICIAL -</vt:lpwstr>
  </property>
  <property fmtid="{D5CDD505-2E9C-101B-9397-08002B2CF9AE}" pid="8" name="MSIP_Label_c7c25f93-93f9-45f1-b4d5-53e51b1fb4f3_SiteId">
    <vt:lpwstr>770a2450-0227-4c62-90c7-4e38537f1102</vt:lpwstr>
  </property>
  <property fmtid="{D5CDD505-2E9C-101B-9397-08002B2CF9AE}" pid="9" name="MSIP_Label_c7c25f93-93f9-45f1-b4d5-53e51b1fb4f3_ActionId">
    <vt:lpwstr>6a34e750-78e5-4569-92c0-77b724bd84b1</vt:lpwstr>
  </property>
  <property fmtid="{D5CDD505-2E9C-101B-9397-08002B2CF9AE}" pid="10" name="MSIP_Label_c7c25f93-93f9-45f1-b4d5-53e51b1fb4f3_ContentBits">
    <vt:lpwstr>3</vt:lpwstr>
  </property>
  <property fmtid="{D5CDD505-2E9C-101B-9397-08002B2CF9AE}" pid="11" name="Distribution">
    <vt:lpwstr>9;#External|1104eb68-55d8-494f-b6ba-c5473579de73</vt:lpwstr>
  </property>
  <property fmtid="{D5CDD505-2E9C-101B-9397-08002B2CF9AE}" pid="12" name="HOCopyrightLevel">
    <vt:lpwstr>7;#Crown|69589897-2828-4761-976e-717fd8e631c9</vt:lpwstr>
  </property>
  <property fmtid="{D5CDD505-2E9C-101B-9397-08002B2CF9AE}" pid="13" name="HOGovernmentSecurityClassification">
    <vt:lpwstr>6;#Official|14c80daa-741b-422c-9722-f71693c9ede4</vt:lpwstr>
  </property>
  <property fmtid="{D5CDD505-2E9C-101B-9397-08002B2CF9AE}" pid="14" name="HOSiteType">
    <vt:lpwstr>10;#Team|ff0485df-0575-416f-802f-e999165821b7</vt:lpwstr>
  </property>
  <property fmtid="{D5CDD505-2E9C-101B-9397-08002B2CF9AE}" pid="15" name="OrganisationalUnit">
    <vt:lpwstr>17;#DDTS|4b496496-8422-4e09-ae59-802e7f67f771</vt:lpwstr>
  </property>
  <property fmtid="{D5CDD505-2E9C-101B-9397-08002B2CF9AE}" pid="16" name="InformationType">
    <vt:lpwstr/>
  </property>
  <property fmtid="{D5CDD505-2E9C-101B-9397-08002B2CF9AE}" pid="17" name="MediaServiceImageTags">
    <vt:lpwstr/>
  </property>
  <property fmtid="{D5CDD505-2E9C-101B-9397-08002B2CF9AE}" pid="18" name="HOFrom">
    <vt:lpwstr/>
  </property>
  <property fmtid="{D5CDD505-2E9C-101B-9397-08002B2CF9AE}" pid="19" name="xd_ProgID">
    <vt:lpwstr/>
  </property>
  <property fmtid="{D5CDD505-2E9C-101B-9397-08002B2CF9AE}" pid="20" name="ComplianceAssetId">
    <vt:lpwstr/>
  </property>
  <property fmtid="{D5CDD505-2E9C-101B-9397-08002B2CF9AE}" pid="21" name="TemplateUrl">
    <vt:lpwstr/>
  </property>
  <property fmtid="{D5CDD505-2E9C-101B-9397-08002B2CF9AE}" pid="22" name="_ExtendedDescription">
    <vt:lpwstr/>
  </property>
  <property fmtid="{D5CDD505-2E9C-101B-9397-08002B2CF9AE}" pid="23" name="vti_imgdate">
    <vt:lpwstr/>
  </property>
  <property fmtid="{D5CDD505-2E9C-101B-9397-08002B2CF9AE}" pid="24" name="xd_Signature">
    <vt:bool>false</vt:bool>
  </property>
  <property fmtid="{D5CDD505-2E9C-101B-9397-08002B2CF9AE}" pid="25" name="HOSubject">
    <vt:lpwstr/>
  </property>
  <property fmtid="{D5CDD505-2E9C-101B-9397-08002B2CF9AE}" pid="26" name="wic_System_Copyright">
    <vt:lpwstr/>
  </property>
  <property fmtid="{D5CDD505-2E9C-101B-9397-08002B2CF9AE}" pid="27" name="HOCC">
    <vt:lpwstr/>
  </property>
  <property fmtid="{D5CDD505-2E9C-101B-9397-08002B2CF9AE}" pid="28" name="HOTo">
    <vt:lpwstr/>
  </property>
  <property fmtid="{D5CDD505-2E9C-101B-9397-08002B2CF9AE}" pid="29" name="TriggerFlowInfo">
    <vt:lpwstr/>
  </property>
</Properties>
</file>